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79" d="100"/>
          <a:sy n="79" d="100"/>
        </p:scale>
        <p:origin x="258" y="96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667886-48D7-98B8-E04E-E60978BCB79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E604F4-9275-254A-0987-399AA6A0C6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FC8124-F4EA-C171-E738-AFB22F8D15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FFE7EF-8ACC-BE6E-5F68-830CCC69C2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8E71D7-C8BB-E8F2-37C6-83E63F24A5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80F572-7891-0AB8-9D79-DD5A129F8CB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B73691-7BAC-147F-9CCB-FE5518CFA8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1FC3A0-BC2E-9DB9-8960-8D3997900B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D5F061-34A9-1EE3-2677-7A31130D40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70E8DB-FF31-5F82-0FDC-058E1A663DF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2FBE81-1EFD-2BB8-3530-5CC80110DDF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A234D4-383C-04DE-3C2B-13ACFA7F61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D666C0-E8C0-F323-7704-DE3A4460BEB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46685A-55AF-965C-A298-62A19FD2E5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7EEC399-0E29-4C88-8469-E9F8F21E28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5724826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93160803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87284964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3/24/2025</a:t>
            </a:fld>
            <a:endParaRPr lang="en-US"/>
          </a:p>
        </p:txBody>
      </p:sp>
      <p:sp>
        <p:nvSpPr>
          <p:cNvPr id="45437321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92938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80246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53033690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9141521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3/24/2025</a:t>
            </a:fld>
            <a:endParaRPr lang="en-US"/>
          </a:p>
        </p:txBody>
      </p:sp>
      <p:sp>
        <p:nvSpPr>
          <p:cNvPr id="21682019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356403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1867209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0482657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2618413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3/24/2025</a:t>
            </a:fld>
            <a:endParaRPr lang="en-US"/>
          </a:p>
        </p:txBody>
      </p:sp>
      <p:sp>
        <p:nvSpPr>
          <p:cNvPr id="15003882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2936093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269576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59033149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6152677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8248272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3/24/2025</a:t>
            </a:fld>
            <a:endParaRPr lang="en-US"/>
          </a:p>
        </p:txBody>
      </p:sp>
      <p:sp>
        <p:nvSpPr>
          <p:cNvPr id="108960650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012085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79793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46200944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4974986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34910507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5714172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7312297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3/24/2025</a:t>
            </a:fld>
            <a:endParaRPr lang="en-US"/>
          </a:p>
        </p:txBody>
      </p:sp>
      <p:sp>
        <p:nvSpPr>
          <p:cNvPr id="119128026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756187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89290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2239256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3/24/2025</a:t>
            </a:fld>
            <a:endParaRPr lang="en-US"/>
          </a:p>
        </p:txBody>
      </p:sp>
      <p:sp>
        <p:nvSpPr>
          <p:cNvPr id="59685878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910662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20429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3/24/2025</a:t>
            </a:fld>
            <a:endParaRPr lang="en-US"/>
          </a:p>
        </p:txBody>
      </p:sp>
      <p:sp>
        <p:nvSpPr>
          <p:cNvPr id="158898184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269308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7431169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84874295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02433303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2507561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3/24/2025</a:t>
            </a:fld>
            <a:endParaRPr lang="en-US"/>
          </a:p>
        </p:txBody>
      </p:sp>
      <p:sp>
        <p:nvSpPr>
          <p:cNvPr id="4550570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453988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22608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39321311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73474525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830610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3/24/2025</a:t>
            </a:fld>
            <a:endParaRPr lang="en-US"/>
          </a:p>
        </p:txBody>
      </p:sp>
      <p:sp>
        <p:nvSpPr>
          <p:cNvPr id="9637995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752017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67492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0433902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0673641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3/24/2025</a:t>
            </a:fld>
            <a:endParaRPr lang="en-US"/>
          </a:p>
        </p:txBody>
      </p:sp>
      <p:sp>
        <p:nvSpPr>
          <p:cNvPr id="21996748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844904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59524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23048415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5560706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3/24/2025</a:t>
            </a:fld>
            <a:endParaRPr lang="en-US"/>
          </a:p>
        </p:txBody>
      </p:sp>
      <p:sp>
        <p:nvSpPr>
          <p:cNvPr id="81497286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0082657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0847105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6532849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1963865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3/24/2025</a:t>
            </a:fld>
            <a:endParaRPr lang="en-US"/>
          </a:p>
        </p:txBody>
      </p:sp>
      <p:sp>
        <p:nvSpPr>
          <p:cNvPr id="74175930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7706830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1963716757" name="Rectangle 7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30631592" name="Rectangle 9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39633920" name="Rectangle 11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3512887" name="Rectangle 13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 rot="5400000">
            <a:off x="2555755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55345369" name="Rectangle 15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87954451" name="Freeform: Shape 17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 rot="12508971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 fill="norm" stroke="1" extrusionOk="0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317033931" name="Title 1"/>
          <p:cNvSpPr>
            <a:spLocks noGrp="1"/>
          </p:cNvSpPr>
          <p:nvPr>
            <p:ph type="ctrTitle"/>
          </p:nvPr>
        </p:nvSpPr>
        <p:spPr bwMode="auto">
          <a:xfrm>
            <a:off x="986118" y="735105"/>
            <a:ext cx="7540322" cy="2928470"/>
          </a:xfrm>
        </p:spPr>
        <p:txBody>
          <a:bodyPr anchor="b">
            <a:normAutofit/>
          </a:bodyPr>
          <a:lstStyle/>
          <a:p>
            <a:pPr algn="l">
              <a:defRPr/>
            </a:pPr>
            <a:r>
              <a:rPr lang="en-US" sz="4200">
                <a:solidFill>
                  <a:srgbClr val="FFFFFF"/>
                </a:solidFill>
              </a:rPr>
              <a:t>Tuples and Sets in Python</a:t>
            </a:r>
            <a:endParaRPr/>
          </a:p>
        </p:txBody>
      </p:sp>
      <p:sp>
        <p:nvSpPr>
          <p:cNvPr id="360158130" name="Subtitle 2"/>
          <p:cNvSpPr>
            <a:spLocks noGrp="1"/>
          </p:cNvSpPr>
          <p:nvPr>
            <p:ph type="subTitle" idx="1"/>
          </p:nvPr>
        </p:nvSpPr>
        <p:spPr bwMode="auto"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>
              <a:defRPr/>
            </a:pPr>
            <a:endParaRPr lang="en-IN"/>
          </a:p>
        </p:txBody>
      </p:sp>
      <p:pic>
        <p:nvPicPr>
          <p:cNvPr id="383905752" name="Pictur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25566" y="215720"/>
            <a:ext cx="7118735" cy="8693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033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7033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03393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86909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Creating Tuples</a:t>
            </a:r>
            <a:endParaRPr/>
          </a:p>
        </p:txBody>
      </p:sp>
      <p:sp>
        <p:nvSpPr>
          <p:cNvPr id="13746450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Tuples are ordered collections of items enclosed in parentheses. They are immutable.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Example:</a:t>
            </a:r>
            <a:endParaRPr/>
          </a:p>
          <a:p>
            <a:pPr>
              <a:defRPr/>
            </a:pPr>
            <a:r>
              <a:rPr/>
              <a:t>example_tuple = (1, 2, 3, 'hello')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4998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Basic Tuple Operations</a:t>
            </a:r>
            <a:endParaRPr/>
          </a:p>
        </p:txBody>
      </p:sp>
      <p:sp>
        <p:nvSpPr>
          <p:cNvPr id="159575655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Tuples support indexing, concatenation, and repetition but cannot be modified.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Example:</a:t>
            </a:r>
            <a:endParaRPr/>
          </a:p>
          <a:p>
            <a:pPr>
              <a:defRPr/>
            </a:pPr>
            <a:r>
              <a:rPr/>
              <a:t>(1,2) + (3,4) → (1,2,3,4)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09283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Indexing and Slicing in Tuples</a:t>
            </a:r>
            <a:endParaRPr/>
          </a:p>
        </p:txBody>
      </p:sp>
      <p:sp>
        <p:nvSpPr>
          <p:cNvPr id="131213145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Tuples allow accessing elements using index positions and slicing.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Example:</a:t>
            </a:r>
            <a:endParaRPr/>
          </a:p>
          <a:p>
            <a:pPr>
              <a:defRPr/>
            </a:pPr>
            <a:r>
              <a:rPr/>
              <a:t>t = (10, 20, 30)</a:t>
            </a:r>
            <a:endParaRPr/>
          </a:p>
          <a:p>
            <a:pPr>
              <a:defRPr/>
            </a:pPr>
            <a:r>
              <a:rPr/>
              <a:t>t[1] → 20</a:t>
            </a:r>
            <a:endParaRPr/>
          </a:p>
          <a:p>
            <a:pPr>
              <a:defRPr/>
            </a:pPr>
            <a:r>
              <a:rPr/>
              <a:t>t[:2] → (10, 20)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683239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Built-In Functions Used on Tuples</a:t>
            </a:r>
            <a:endParaRPr/>
          </a:p>
        </p:txBody>
      </p:sp>
      <p:sp>
        <p:nvSpPr>
          <p:cNvPr id="9794545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Common functions include len(), max(), min(), and sum() for numeric tuples.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Example:</a:t>
            </a:r>
            <a:endParaRPr/>
          </a:p>
          <a:p>
            <a:pPr>
              <a:defRPr/>
            </a:pPr>
            <a:r>
              <a:rPr/>
              <a:t>max((5,10,15)) → 15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7400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Relation between Tuples and Lists</a:t>
            </a:r>
            <a:endParaRPr/>
          </a:p>
        </p:txBody>
      </p:sp>
      <p:sp>
        <p:nvSpPr>
          <p:cNvPr id="180820827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Lists are mutable, while tuples are immutable. Tuples can be converted to lists and vice versa.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Example:</a:t>
            </a:r>
            <a:endParaRPr/>
          </a:p>
          <a:p>
            <a:pPr>
              <a:defRPr/>
            </a:pPr>
            <a:r>
              <a:rPr/>
              <a:t>tuple([1,2,3]) → (1,2,3)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9807802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/>
              <a:t>Relation between Tuples and Dictionaries</a:t>
            </a:r>
            <a:endParaRPr/>
          </a:p>
        </p:txBody>
      </p:sp>
      <p:sp>
        <p:nvSpPr>
          <p:cNvPr id="289342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Tuples can be used as dictionary keys because they are immutable.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Example:</a:t>
            </a:r>
            <a:endParaRPr/>
          </a:p>
          <a:p>
            <a:pPr>
              <a:defRPr/>
            </a:pPr>
            <a:r>
              <a:rPr/>
              <a:t>d = {(1,2): 'value'}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540470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Tuple Methods</a:t>
            </a:r>
            <a:endParaRPr/>
          </a:p>
        </p:txBody>
      </p:sp>
      <p:sp>
        <p:nvSpPr>
          <p:cNvPr id="210284324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Tuples support methods like count() and index() to retrieve data.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Example:</a:t>
            </a:r>
            <a:endParaRPr/>
          </a:p>
          <a:p>
            <a:pPr>
              <a:defRPr/>
            </a:pPr>
            <a:r>
              <a:rPr/>
              <a:t>(1,2,3,2).count(2) → 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57136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Using zip() Function</a:t>
            </a:r>
            <a:endParaRPr/>
          </a:p>
        </p:txBody>
      </p:sp>
      <p:sp>
        <p:nvSpPr>
          <p:cNvPr id="32937468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The zip() function combines multiple iterables element-wise.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Example:</a:t>
            </a:r>
            <a:endParaRPr/>
          </a:p>
          <a:p>
            <a:pPr>
              <a:defRPr/>
            </a:pPr>
            <a:r>
              <a:rPr/>
              <a:t>list(zip([1,2], ['a','b'])) → [(1,'a'), (2,'b')]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424102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Sets</a:t>
            </a:r>
            <a:endParaRPr/>
          </a:p>
        </p:txBody>
      </p:sp>
      <p:sp>
        <p:nvSpPr>
          <p:cNvPr id="5529272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Sets are unordered collections of unique elements, defined using curly brackets.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Example:</a:t>
            </a:r>
            <a:endParaRPr/>
          </a:p>
          <a:p>
            <a:pPr>
              <a:defRPr/>
            </a:pPr>
            <a:r>
              <a:rPr/>
              <a:t>{1,2,3,3} → {1,2,3}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85472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Set Methods</a:t>
            </a:r>
            <a:endParaRPr/>
          </a:p>
        </p:txBody>
      </p:sp>
      <p:sp>
        <p:nvSpPr>
          <p:cNvPr id="167595282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Common set methods include add(), remove(), union(), and intersection().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Example:</a:t>
            </a:r>
            <a:endParaRPr/>
          </a:p>
          <a:p>
            <a:pPr>
              <a:defRPr/>
            </a:pPr>
            <a:r>
              <a:rPr/>
              <a:t>{1,2}.union({2,3}) → {1,2,3}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678170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7605" y="58633"/>
            <a:ext cx="8761943" cy="6234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46016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Traversing of Sets</a:t>
            </a:r>
            <a:endParaRPr/>
          </a:p>
        </p:txBody>
      </p:sp>
      <p:sp>
        <p:nvSpPr>
          <p:cNvPr id="107828730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Sets can be iterated using loops since they are iterable.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Example:</a:t>
            </a:r>
            <a:endParaRPr/>
          </a:p>
          <a:p>
            <a:pPr>
              <a:defRPr/>
            </a:pPr>
            <a:r>
              <a:rPr/>
              <a:t>for i in {1,2,3}: print(i)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79672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Frozenset()</a:t>
            </a:r>
            <a:endParaRPr/>
          </a:p>
        </p:txBody>
      </p:sp>
      <p:sp>
        <p:nvSpPr>
          <p:cNvPr id="60648100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 frozenset is an immutable version of a set and does not allow modifications.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Example:</a:t>
            </a:r>
            <a:endParaRPr/>
          </a:p>
          <a:p>
            <a:pPr>
              <a:defRPr/>
            </a:pPr>
            <a:r>
              <a:rPr/>
              <a:t>frozenset([1,2,3]) → frozenset({1,2,3})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529567835" name="Rectangle 8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82470123" name="Rectangle 10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78472034" name="Rectangle 12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91209707" name="Rectangle 14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 rot="5400000">
            <a:off x="2555755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98012201" name="Rectangle 16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00050934" name="Freeform: Shape 18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 rot="12508971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 fill="norm" stroke="1" extrusionOk="0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638586021" name="Rectangle 3"/>
          <p:cNvSpPr/>
          <p:nvPr/>
        </p:nvSpPr>
        <p:spPr bwMode="auto">
          <a:xfrm>
            <a:off x="986118" y="735105"/>
            <a:ext cx="7540322" cy="29284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4200" b="0" cap="none" spc="0">
                <a:ln w="0"/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End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5</cp:revision>
  <dcterms:created xsi:type="dcterms:W3CDTF">2013-01-27T09:14:16Z</dcterms:created>
  <dcterms:modified xsi:type="dcterms:W3CDTF">2026-09-16T06:19:41Z</dcterms:modified>
  <cp:category/>
</cp:coreProperties>
</file>