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79" d="100"/>
          <a:sy n="79" d="100"/>
        </p:scale>
        <p:origin x="1128" y="78"/>
      </p:cViewPr>
      <p:guideLst>
        <p:guide pos="288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766B45-B913-EC25-E12B-4CAC2E7F78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917C65-D637-2FF7-07FA-9176548A50E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D4CF7D-7791-3D03-F0EE-63A2F872F05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173F00-714B-F6E4-0CC3-4741388F5A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2233E1-385A-3D6C-1F61-CBBDCE5EB10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8B259D-2A4B-E316-53FD-31A1E8B3773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086ABC4-3CBE-4025-7813-379141ECD47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ED57A6-FA39-6375-9439-7A54F4D000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5DA967-087F-BC06-69ED-4529925366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8682181" name="Title 1"/>
          <p:cNvSpPr>
            <a:spLocks noGrp="1"/>
          </p:cNvSpPr>
          <p:nvPr>
            <p:ph type="ctrTitle"/>
          </p:nvPr>
        </p:nvSpPr>
        <p:spPr bwMode="auto"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5021507" name="Subtitle 2"/>
          <p:cNvSpPr>
            <a:spLocks noGrp="1"/>
          </p:cNvSpPr>
          <p:nvPr>
            <p:ph type="subTitle" idx="1"/>
          </p:nvPr>
        </p:nvSpPr>
        <p:spPr bwMode="auto"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61254077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FD1A106-787B-4F17-A573-4454D62037F5}" type="datetimeFigureOut">
              <a:rPr lang="en-IN"/>
              <a:t>14-02-2025</a:t>
            </a:fld>
            <a:endParaRPr lang="en-IN"/>
          </a:p>
        </p:txBody>
      </p:sp>
      <p:sp>
        <p:nvSpPr>
          <p:cNvPr id="93789367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95993514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51D8BA1-50D6-4897-B941-C3EB3B6CC5D9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12880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4172857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7362625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FD1A106-787B-4F17-A573-4454D62037F5}" type="datetimeFigureOut">
              <a:rPr lang="en-IN"/>
              <a:t>14-02-2025</a:t>
            </a:fld>
            <a:endParaRPr lang="en-IN"/>
          </a:p>
        </p:txBody>
      </p:sp>
      <p:sp>
        <p:nvSpPr>
          <p:cNvPr id="178891512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38540122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51D8BA1-50D6-4897-B941-C3EB3B6CC5D9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7014267" name="Title 1"/>
          <p:cNvSpPr>
            <a:spLocks noGrp="1"/>
          </p:cNvSpPr>
          <p:nvPr>
            <p:ph type="title"/>
          </p:nvPr>
        </p:nvSpPr>
        <p:spPr bwMode="auto"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6038879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3347575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FD1A106-787B-4F17-A573-4454D62037F5}" type="datetimeFigureOut">
              <a:rPr lang="en-IN"/>
              <a:t>14-02-2025</a:t>
            </a:fld>
            <a:endParaRPr lang="en-IN"/>
          </a:p>
        </p:txBody>
      </p:sp>
      <p:sp>
        <p:nvSpPr>
          <p:cNvPr id="124692487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202566748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51D8BA1-50D6-4897-B941-C3EB3B6CC5D9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171641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7323146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28650" y="1825625"/>
            <a:ext cx="38862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4851398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29150" y="1825625"/>
            <a:ext cx="38862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132340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FD1A106-787B-4F17-A573-4454D62037F5}" type="datetimeFigureOut">
              <a:rPr lang="en-IN"/>
              <a:t>14-02-2025</a:t>
            </a:fld>
            <a:endParaRPr lang="en-IN"/>
          </a:p>
        </p:txBody>
      </p:sp>
      <p:sp>
        <p:nvSpPr>
          <p:cNvPr id="16503361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3920799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51D8BA1-50D6-4897-B941-C3EB3B6CC5D9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8791680" name="Title 1"/>
          <p:cNvSpPr>
            <a:spLocks noGrp="1"/>
          </p:cNvSpPr>
          <p:nvPr>
            <p:ph type="title"/>
          </p:nvPr>
        </p:nvSpPr>
        <p:spPr bwMode="auto">
          <a:xfrm>
            <a:off x="629841" y="365126"/>
            <a:ext cx="78867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8274907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2693647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29842" y="2505074"/>
            <a:ext cx="3868340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8013359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56468765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29150" y="2505074"/>
            <a:ext cx="3887391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2191716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FD1A106-787B-4F17-A573-4454D62037F5}" type="datetimeFigureOut">
              <a:rPr lang="en-IN"/>
              <a:t>14-02-2025</a:t>
            </a:fld>
            <a:endParaRPr lang="en-IN"/>
          </a:p>
        </p:txBody>
      </p:sp>
      <p:sp>
        <p:nvSpPr>
          <p:cNvPr id="45120142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206246913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51D8BA1-50D6-4897-B941-C3EB3B6CC5D9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86165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2885124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FD1A106-787B-4F17-A573-4454D62037F5}" type="datetimeFigureOut">
              <a:rPr lang="en-IN"/>
              <a:t>14-02-2025</a:t>
            </a:fld>
            <a:endParaRPr lang="en-IN"/>
          </a:p>
        </p:txBody>
      </p:sp>
      <p:sp>
        <p:nvSpPr>
          <p:cNvPr id="208396323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79663935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51D8BA1-50D6-4897-B941-C3EB3B6CC5D9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841181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FD1A106-787B-4F17-A573-4454D62037F5}" type="datetimeFigureOut">
              <a:rPr lang="en-IN"/>
              <a:t>14-02-2025</a:t>
            </a:fld>
            <a:endParaRPr lang="en-IN"/>
          </a:p>
        </p:txBody>
      </p:sp>
      <p:sp>
        <p:nvSpPr>
          <p:cNvPr id="1136761815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47433197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51D8BA1-50D6-4897-B941-C3EB3B6CC5D9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2844147" name="Title 1"/>
          <p:cNvSpPr>
            <a:spLocks noGrp="1"/>
          </p:cNvSpPr>
          <p:nvPr>
            <p:ph type="title"/>
          </p:nvPr>
        </p:nvSpPr>
        <p:spPr bwMode="auto"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79125390" name="Content Placeholder 2"/>
          <p:cNvSpPr>
            <a:spLocks noGrp="1"/>
          </p:cNvSpPr>
          <p:nvPr>
            <p:ph idx="1"/>
          </p:nvPr>
        </p:nvSpPr>
        <p:spPr bwMode="auto"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8379997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8656140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FD1A106-787B-4F17-A573-4454D62037F5}" type="datetimeFigureOut">
              <a:rPr lang="en-IN"/>
              <a:t>14-02-2025</a:t>
            </a:fld>
            <a:endParaRPr lang="en-IN"/>
          </a:p>
        </p:txBody>
      </p:sp>
      <p:sp>
        <p:nvSpPr>
          <p:cNvPr id="145920154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39961669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51D8BA1-50D6-4897-B941-C3EB3B6CC5D9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1632092" name="Title 1"/>
          <p:cNvSpPr>
            <a:spLocks noGrp="1"/>
          </p:cNvSpPr>
          <p:nvPr>
            <p:ph type="title"/>
          </p:nvPr>
        </p:nvSpPr>
        <p:spPr bwMode="auto"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14755225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9903128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3083059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FD1A106-787B-4F17-A573-4454D62037F5}" type="datetimeFigureOut">
              <a:rPr lang="en-IN"/>
              <a:t>14-02-2025</a:t>
            </a:fld>
            <a:endParaRPr lang="en-IN"/>
          </a:p>
        </p:txBody>
      </p:sp>
      <p:sp>
        <p:nvSpPr>
          <p:cNvPr id="178385700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202596665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51D8BA1-50D6-4897-B941-C3EB3B6CC5D9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899064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4835502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7055943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FD1A106-787B-4F17-A573-4454D62037F5}" type="datetimeFigureOut">
              <a:rPr lang="en-IN"/>
              <a:t>14-02-2025</a:t>
            </a:fld>
            <a:endParaRPr lang="en-IN"/>
          </a:p>
        </p:txBody>
      </p:sp>
      <p:sp>
        <p:nvSpPr>
          <p:cNvPr id="170393604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8349952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51D8BA1-50D6-4897-B941-C3EB3B6CC5D9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055286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543675" y="365125"/>
            <a:ext cx="1971675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3690466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28650" y="365125"/>
            <a:ext cx="5800725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0328351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FD1A106-787B-4F17-A573-4454D62037F5}" type="datetimeFigureOut">
              <a:rPr lang="en-IN"/>
              <a:t>14-02-2025</a:t>
            </a:fld>
            <a:endParaRPr lang="en-IN"/>
          </a:p>
        </p:txBody>
      </p:sp>
      <p:sp>
        <p:nvSpPr>
          <p:cNvPr id="102805628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4831484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51D8BA1-50D6-4897-B941-C3EB3B6CC5D9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9357731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5938055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7455451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3FD1A106-787B-4F17-A573-4454D62037F5}" type="datetimeFigureOut">
              <a:rPr lang="en-IN"/>
              <a:t>14-02-2025</a:t>
            </a:fld>
            <a:endParaRPr lang="en-IN"/>
          </a:p>
        </p:txBody>
      </p:sp>
      <p:sp>
        <p:nvSpPr>
          <p:cNvPr id="113920435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99693203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551D8BA1-50D6-4897-B941-C3EB3B6CC5D9}" type="slidenum">
              <a:rPr lang="en-IN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1334494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Lists in Python II</a:t>
            </a:r>
            <a:endParaRPr lang="en-IN"/>
          </a:p>
        </p:txBody>
      </p:sp>
      <p:sp>
        <p:nvSpPr>
          <p:cNvPr id="1262944415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74079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Lists </a:t>
            </a:r>
            <a:endParaRPr lang="en-IN"/>
          </a:p>
        </p:txBody>
      </p:sp>
      <p:sp>
        <p:nvSpPr>
          <p:cNvPr id="847445680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IN"/>
              <a:t>weekdays=['January','February','March','April','May','June','July','August','September','October','November','December’]</a:t>
            </a:r>
            <a:endParaRPr/>
          </a:p>
          <a:p>
            <a:pPr>
              <a:defRPr/>
            </a:pPr>
            <a:r>
              <a:rPr lang="en-US"/>
              <a:t>&gt;&gt;&gt;for x in weekdays:</a:t>
            </a:r>
            <a:endParaRPr/>
          </a:p>
          <a:p>
            <a:pPr>
              <a:defRPr/>
            </a:pPr>
            <a:r>
              <a:rPr lang="en-US"/>
              <a:t>                  if 'a' in x:</a:t>
            </a:r>
            <a:endParaRPr/>
          </a:p>
          <a:p>
            <a:pPr>
              <a:defRPr/>
            </a:pPr>
            <a:r>
              <a:rPr lang="en-US"/>
              <a:t>                      </a:t>
            </a:r>
            <a:r>
              <a:rPr lang="en-US"/>
              <a:t>newdays.append</a:t>
            </a:r>
            <a:r>
              <a:rPr lang="en-US"/>
              <a:t>(x)</a:t>
            </a:r>
            <a:endParaRPr/>
          </a:p>
          <a:p>
            <a:pPr>
              <a:defRPr/>
            </a:pPr>
            <a:endParaRPr lang="en-US"/>
          </a:p>
          <a:p>
            <a:pPr marL="0" indent="0">
              <a:buNone/>
              <a:defRPr/>
            </a:pPr>
            <a:r>
              <a:rPr lang="en-US"/>
              <a:t>&gt;&gt;&gt; </a:t>
            </a:r>
            <a:endParaRPr/>
          </a:p>
          <a:p>
            <a:pPr>
              <a:defRPr/>
            </a:pPr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2893029" name="Title 1"/>
          <p:cNvSpPr>
            <a:spLocks noGrp="1"/>
          </p:cNvSpPr>
          <p:nvPr>
            <p:ph type="title"/>
          </p:nvPr>
        </p:nvSpPr>
        <p:spPr bwMode="auto">
          <a:xfrm>
            <a:off x="628650" y="365127"/>
            <a:ext cx="7886700" cy="890650"/>
          </a:xfrm>
        </p:spPr>
        <p:txBody>
          <a:bodyPr/>
          <a:lstStyle/>
          <a:p>
            <a:pPr>
              <a:defRPr/>
            </a:pPr>
            <a:r>
              <a:rPr lang="en-US"/>
              <a:t>Sorting Lists</a:t>
            </a:r>
            <a:endParaRPr lang="en-IN"/>
          </a:p>
        </p:txBody>
      </p:sp>
      <p:sp>
        <p:nvSpPr>
          <p:cNvPr id="948409975" name="Content Placeholder 2"/>
          <p:cNvSpPr>
            <a:spLocks noGrp="1"/>
          </p:cNvSpPr>
          <p:nvPr>
            <p:ph idx="1"/>
          </p:nvPr>
        </p:nvSpPr>
        <p:spPr bwMode="auto">
          <a:xfrm>
            <a:off x="628650" y="1597152"/>
            <a:ext cx="7886700" cy="4754880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IN"/>
              <a:t>&gt;&gt;&gt;fruits=['</a:t>
            </a:r>
            <a:r>
              <a:rPr lang="en-IN"/>
              <a:t>Apple','Orange','Strawberry','Chiku','Grapes</a:t>
            </a:r>
            <a:r>
              <a:rPr lang="en-IN"/>
              <a:t>']</a:t>
            </a:r>
            <a:endParaRPr/>
          </a:p>
          <a:p>
            <a:pPr marL="0" indent="0">
              <a:buNone/>
              <a:defRPr/>
            </a:pPr>
            <a:r>
              <a:rPr lang="en-IN"/>
              <a:t>&gt;&gt;&gt; </a:t>
            </a:r>
            <a:r>
              <a:rPr lang="en-IN"/>
              <a:t>fruits.sort</a:t>
            </a:r>
            <a:r>
              <a:rPr lang="en-IN"/>
              <a:t>()</a:t>
            </a:r>
            <a:endParaRPr/>
          </a:p>
          <a:p>
            <a:pPr marL="0" indent="0">
              <a:buNone/>
              <a:defRPr/>
            </a:pPr>
            <a:r>
              <a:rPr lang="en-IN"/>
              <a:t>&gt;&gt;&gt; print(fruits)</a:t>
            </a:r>
            <a:endParaRPr/>
          </a:p>
          <a:p>
            <a:pPr marL="0" indent="0">
              <a:buNone/>
              <a:defRPr/>
            </a:pPr>
            <a:r>
              <a:rPr lang="en-IN"/>
              <a:t>['Apple', 'Chiku', 'Grapes', 'Orange', 'Strawberry’]</a:t>
            </a:r>
            <a:endParaRPr/>
          </a:p>
          <a:p>
            <a:pPr marL="0" indent="0">
              <a:buNone/>
              <a:defRPr/>
            </a:pPr>
            <a:r>
              <a:rPr lang="en-IN"/>
              <a:t>&gt;&gt;&gt; </a:t>
            </a:r>
            <a:r>
              <a:rPr lang="en-IN"/>
              <a:t>mynos</a:t>
            </a:r>
            <a:r>
              <a:rPr lang="en-IN"/>
              <a:t>=[67,87,10,5,76,55,54]            </a:t>
            </a:r>
            <a:endParaRPr/>
          </a:p>
          <a:p>
            <a:pPr marL="0" indent="0">
              <a:buNone/>
              <a:defRPr/>
            </a:pPr>
            <a:r>
              <a:rPr lang="en-IN"/>
              <a:t>&gt;&gt;&gt; </a:t>
            </a:r>
            <a:r>
              <a:rPr lang="en-IN"/>
              <a:t>mynos.sort</a:t>
            </a:r>
            <a:r>
              <a:rPr lang="en-IN"/>
              <a:t>()                  </a:t>
            </a:r>
            <a:endParaRPr/>
          </a:p>
          <a:p>
            <a:pPr marL="0" indent="0">
              <a:buNone/>
              <a:defRPr/>
            </a:pPr>
            <a:r>
              <a:rPr lang="en-IN"/>
              <a:t>&gt;&gt;&gt; print(</a:t>
            </a:r>
            <a:r>
              <a:rPr lang="en-IN"/>
              <a:t>mynos</a:t>
            </a:r>
            <a:r>
              <a:rPr lang="en-IN"/>
              <a:t>)                  </a:t>
            </a:r>
            <a:endParaRPr/>
          </a:p>
          <a:p>
            <a:pPr marL="0" indent="0">
              <a:buNone/>
              <a:defRPr/>
            </a:pPr>
            <a:r>
              <a:rPr lang="en-IN"/>
              <a:t>&gt;&gt;&gt;[5, 10, 54, 55, 67, 76, 87]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777920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Sorting Lists</a:t>
            </a:r>
            <a:endParaRPr lang="en-IN"/>
          </a:p>
        </p:txBody>
      </p:sp>
      <p:sp>
        <p:nvSpPr>
          <p:cNvPr id="1212217150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/>
              <a:t>To sort in descending order</a:t>
            </a:r>
            <a:endParaRPr/>
          </a:p>
          <a:p>
            <a:pPr lvl="1">
              <a:defRPr/>
            </a:pPr>
            <a:r>
              <a:rPr lang="en-IN"/>
              <a:t>&gt;&gt;&gt;</a:t>
            </a:r>
            <a:r>
              <a:rPr lang="en-IN"/>
              <a:t>mynos.sort</a:t>
            </a:r>
            <a:r>
              <a:rPr lang="en-IN"/>
              <a:t>(reverse=True)</a:t>
            </a:r>
            <a:endParaRPr/>
          </a:p>
          <a:p>
            <a:pPr lvl="1">
              <a:defRPr/>
            </a:pPr>
            <a:r>
              <a:rPr lang="en-IN"/>
              <a:t>&gt;&gt;&gt; print(</a:t>
            </a:r>
            <a:r>
              <a:rPr lang="en-IN"/>
              <a:t>mynos</a:t>
            </a:r>
            <a:r>
              <a:rPr lang="en-IN"/>
              <a:t>)</a:t>
            </a:r>
            <a:endParaRPr/>
          </a:p>
          <a:p>
            <a:pPr lvl="1">
              <a:defRPr/>
            </a:pPr>
            <a:r>
              <a:rPr lang="en-IN"/>
              <a:t>&gt;&gt;&gt;[87, 76, 67, 55, 54, 10, 5]</a:t>
            </a:r>
            <a:endParaRPr/>
          </a:p>
          <a:p>
            <a:pPr lvl="1">
              <a:defRPr/>
            </a:pPr>
            <a:r>
              <a:rPr lang="en-IN"/>
              <a:t>&gt;&gt;&gt;</a:t>
            </a:r>
            <a:r>
              <a:rPr lang="en-IN"/>
              <a:t>mynos.reverse</a:t>
            </a:r>
            <a:r>
              <a:rPr lang="en-IN"/>
              <a:t>()</a:t>
            </a:r>
            <a:endParaRPr/>
          </a:p>
          <a:p>
            <a:pPr lvl="1">
              <a:defRPr/>
            </a:pPr>
            <a:r>
              <a:rPr lang="en-IN"/>
              <a:t>&gt;&gt;&gt;print(</a:t>
            </a:r>
            <a:r>
              <a:rPr lang="en-IN"/>
              <a:t>mynos</a:t>
            </a:r>
            <a:r>
              <a:rPr lang="en-IN"/>
              <a:t>)</a:t>
            </a:r>
            <a:endParaRPr/>
          </a:p>
          <a:p>
            <a:pPr lvl="1">
              <a:defRPr/>
            </a:pPr>
            <a:r>
              <a:rPr lang="en-IN"/>
              <a:t>[5, 10, 54, 55, 67, 76, 87]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837102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Copy Lists</a:t>
            </a:r>
            <a:endParaRPr lang="en-IN"/>
          </a:p>
        </p:txBody>
      </p:sp>
      <p:sp>
        <p:nvSpPr>
          <p:cNvPr id="85880535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en-IN"/>
              <a:t>&gt;&gt;&gt;fruits=['</a:t>
            </a:r>
            <a:r>
              <a:rPr lang="en-IN"/>
              <a:t>Apple','Orange','Strawberry','Chiku','Grapes</a:t>
            </a:r>
            <a:r>
              <a:rPr lang="en-IN"/>
              <a:t>’]</a:t>
            </a:r>
            <a:endParaRPr/>
          </a:p>
          <a:p>
            <a:pPr marL="0" indent="0">
              <a:buNone/>
              <a:defRPr/>
            </a:pPr>
            <a:r>
              <a:rPr lang="en-IN"/>
              <a:t>&gt;&gt;&gt; </a:t>
            </a:r>
            <a:r>
              <a:rPr lang="en-IN"/>
              <a:t>myfruits</a:t>
            </a:r>
            <a:r>
              <a:rPr lang="en-IN"/>
              <a:t>=</a:t>
            </a:r>
            <a:r>
              <a:rPr lang="en-IN"/>
              <a:t>fruits.copy</a:t>
            </a:r>
            <a:r>
              <a:rPr lang="en-IN"/>
              <a:t>()</a:t>
            </a:r>
            <a:endParaRPr/>
          </a:p>
          <a:p>
            <a:pPr marL="0" indent="0">
              <a:buNone/>
              <a:defRPr/>
            </a:pPr>
            <a:r>
              <a:rPr lang="en-IN"/>
              <a:t>&gt;&gt;&gt; print(</a:t>
            </a:r>
            <a:r>
              <a:rPr lang="en-IN"/>
              <a:t>myfruits</a:t>
            </a:r>
            <a:r>
              <a:rPr lang="en-IN"/>
              <a:t>)</a:t>
            </a:r>
            <a:endParaRPr/>
          </a:p>
          <a:p>
            <a:pPr>
              <a:defRPr/>
            </a:pPr>
            <a:r>
              <a:rPr lang="en-IN"/>
              <a:t>['Apple', 'Chiku', 'Grapes', 'Orange', 'Strawberry’]</a:t>
            </a:r>
            <a:endParaRPr/>
          </a:p>
          <a:p>
            <a:pPr marL="0" indent="0">
              <a:buNone/>
              <a:defRPr/>
            </a:pPr>
            <a:r>
              <a:rPr lang="en-IN"/>
              <a:t>&gt;&gt;&gt;myfruits1=list(fruits)</a:t>
            </a:r>
            <a:endParaRPr/>
          </a:p>
          <a:p>
            <a:pPr marL="0" indent="0">
              <a:buNone/>
              <a:defRPr/>
            </a:pPr>
            <a:r>
              <a:rPr lang="en-IN"/>
              <a:t>&gt;&gt;&gt;print(myfruits1)</a:t>
            </a:r>
            <a:endParaRPr/>
          </a:p>
          <a:p>
            <a:pPr marL="0" indent="0">
              <a:buNone/>
              <a:defRPr/>
            </a:pPr>
            <a:r>
              <a:rPr lang="en-IN"/>
              <a:t>['Apple', 'Chiku', 'Grapes', 'Orange', 'Strawberry’]</a:t>
            </a:r>
            <a:endParaRPr/>
          </a:p>
          <a:p>
            <a:pPr marL="0" indent="0">
              <a:buNone/>
              <a:defRPr/>
            </a:pPr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937739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Joining Lists</a:t>
            </a:r>
            <a:endParaRPr lang="en-IN"/>
          </a:p>
        </p:txBody>
      </p:sp>
      <p:sp>
        <p:nvSpPr>
          <p:cNvPr id="1703292571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en-IN"/>
              <a:t>&gt;&gt;&gt;List1=['</a:t>
            </a:r>
            <a:r>
              <a:rPr lang="en-IN"/>
              <a:t>Jan','Feb','Mar</a:t>
            </a:r>
            <a:r>
              <a:rPr lang="en-IN"/>
              <a:t>’]</a:t>
            </a:r>
            <a:endParaRPr/>
          </a:p>
          <a:p>
            <a:pPr>
              <a:defRPr/>
            </a:pPr>
            <a:r>
              <a:rPr lang="en-IN"/>
              <a:t> &gt;&gt;&gt;List1</a:t>
            </a:r>
            <a:endParaRPr/>
          </a:p>
          <a:p>
            <a:pPr>
              <a:defRPr/>
            </a:pPr>
            <a:r>
              <a:rPr lang="en-IN"/>
              <a:t>['Jan', 'Feb', 'Mar']</a:t>
            </a:r>
            <a:endParaRPr/>
          </a:p>
          <a:p>
            <a:pPr>
              <a:defRPr/>
            </a:pPr>
            <a:r>
              <a:rPr lang="en-IN"/>
              <a:t>&gt;&gt;&gt; List2=[25,30,45]</a:t>
            </a:r>
            <a:endParaRPr/>
          </a:p>
          <a:p>
            <a:pPr marL="0" indent="0">
              <a:buNone/>
              <a:defRPr/>
            </a:pPr>
            <a:r>
              <a:rPr lang="en-IN"/>
              <a:t>                  </a:t>
            </a:r>
            <a:endParaRPr/>
          </a:p>
          <a:p>
            <a:pPr>
              <a:defRPr/>
            </a:pPr>
            <a:r>
              <a:rPr lang="en-IN"/>
              <a:t>&gt;&gt;&gt; List3=List1+List2</a:t>
            </a:r>
            <a:endParaRPr/>
          </a:p>
          <a:p>
            <a:pPr marL="0" indent="0">
              <a:buNone/>
              <a:defRPr/>
            </a:pPr>
            <a:r>
              <a:rPr lang="en-IN"/>
              <a:t>                  </a:t>
            </a:r>
            <a:endParaRPr/>
          </a:p>
          <a:p>
            <a:pPr>
              <a:defRPr/>
            </a:pPr>
            <a:r>
              <a:rPr lang="en-IN"/>
              <a:t>&gt;&gt;&gt; List3</a:t>
            </a:r>
            <a:endParaRPr/>
          </a:p>
          <a:p>
            <a:pPr marL="0" indent="0">
              <a:buNone/>
              <a:defRPr/>
            </a:pPr>
            <a:r>
              <a:rPr lang="en-IN"/>
              <a:t>                  </a:t>
            </a:r>
            <a:endParaRPr/>
          </a:p>
          <a:p>
            <a:pPr>
              <a:defRPr/>
            </a:pPr>
            <a:r>
              <a:rPr lang="en-IN"/>
              <a:t>['Jan', 'Feb', 'Mar', 25, 30, 45]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8065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77341616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28692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81626029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986262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05703778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 Ashwin Bhagat</dc:creator>
  <cp:lastModifiedBy/>
  <cp:revision>15</cp:revision>
  <dcterms:created xsi:type="dcterms:W3CDTF">2025-02-14T10:48:20Z</dcterms:created>
  <dcterms:modified xsi:type="dcterms:W3CDTF">2026-08-27T06:01:16Z</dcterms:modified>
</cp:coreProperties>
</file>