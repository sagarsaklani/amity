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79" d="100"/>
          <a:sy n="79" d="100"/>
        </p:scale>
        <p:origin x="1128" y="78"/>
      </p:cViewPr>
      <p:guideLst>
        <p:guide pos="288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694185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57304947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5459041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84077320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58207104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1635245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25759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00992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77498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B6F72E-20B1-8AEB-5AA9-D46FBD7CC24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42738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79541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30635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3C3254-C5C6-E307-3648-6634BAE4084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42773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56376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75667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312D89-A5DA-2987-1232-03B336CEAF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69359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5971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1167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E0F9FE-FA6F-F0DE-F85A-89CE20374F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96040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532053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16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4F5F9C-FD0D-4765-2D57-107E3EAB35F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74758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106728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53550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5E6145-1719-C2EF-95D4-3DEFBC9137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10055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84196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37354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BBC58E4-C050-B0D0-6726-F30565D1F1B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38330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302990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63052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6C5B89-AAB6-1D4F-DB0E-685548C72EC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00896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77238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69656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5589E96-4707-CA37-C3CC-68783AED83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89709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48987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86361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C677D96-FAEC-FBBD-7C59-B92221432DD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7426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73619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76939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ABA754E-C951-461B-B503-747B2EC8426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1249125" name="Title 1"/>
          <p:cNvSpPr>
            <a:spLocks noGrp="1"/>
          </p:cNvSpPr>
          <p:nvPr>
            <p:ph type="ctrTitle"/>
          </p:nvPr>
        </p:nvSpPr>
        <p:spPr bwMode="auto"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74289716" name="Subtitle 2"/>
          <p:cNvSpPr>
            <a:spLocks noGrp="1"/>
          </p:cNvSpPr>
          <p:nvPr>
            <p:ph type="subTitle" idx="1"/>
          </p:nvPr>
        </p:nvSpPr>
        <p:spPr bwMode="auto"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95571558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C864C03-D232-46E6-9C3D-EA5FB69D3EFC}" type="datetimeFigureOut">
              <a:rPr lang="en-IN"/>
              <a:t>28-02-2025</a:t>
            </a:fld>
            <a:endParaRPr lang="en-IN"/>
          </a:p>
        </p:txBody>
      </p:sp>
      <p:sp>
        <p:nvSpPr>
          <p:cNvPr id="208552554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79690632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05F01-6349-4F42-AE15-3F0C7F3862AC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569378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0394106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5377591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C864C03-D232-46E6-9C3D-EA5FB69D3EFC}" type="datetimeFigureOut">
              <a:rPr lang="en-IN"/>
              <a:t>28-02-2025</a:t>
            </a:fld>
            <a:endParaRPr lang="en-IN"/>
          </a:p>
        </p:txBody>
      </p:sp>
      <p:sp>
        <p:nvSpPr>
          <p:cNvPr id="128269030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82343673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05F01-6349-4F42-AE15-3F0C7F3862AC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4779551" name="Title 1"/>
          <p:cNvSpPr>
            <a:spLocks noGrp="1"/>
          </p:cNvSpPr>
          <p:nvPr>
            <p:ph type="title"/>
          </p:nvPr>
        </p:nvSpPr>
        <p:spPr bwMode="auto"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9738759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56127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C864C03-D232-46E6-9C3D-EA5FB69D3EFC}" type="datetimeFigureOut">
              <a:rPr lang="en-IN"/>
              <a:t>28-02-2025</a:t>
            </a:fld>
            <a:endParaRPr lang="en-IN"/>
          </a:p>
        </p:txBody>
      </p:sp>
      <p:sp>
        <p:nvSpPr>
          <p:cNvPr id="210136759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63394464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05F01-6349-4F42-AE15-3F0C7F3862AC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40375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8717773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28650" y="1825625"/>
            <a:ext cx="38862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4313590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29150" y="1825625"/>
            <a:ext cx="38862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4078786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C864C03-D232-46E6-9C3D-EA5FB69D3EFC}" type="datetimeFigureOut">
              <a:rPr lang="en-IN"/>
              <a:t>28-02-2025</a:t>
            </a:fld>
            <a:endParaRPr lang="en-IN"/>
          </a:p>
        </p:txBody>
      </p:sp>
      <p:sp>
        <p:nvSpPr>
          <p:cNvPr id="46129916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48624662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05F01-6349-4F42-AE15-3F0C7F3862AC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0362215" name="Title 1"/>
          <p:cNvSpPr>
            <a:spLocks noGrp="1"/>
          </p:cNvSpPr>
          <p:nvPr>
            <p:ph type="title"/>
          </p:nvPr>
        </p:nvSpPr>
        <p:spPr bwMode="auto">
          <a:xfrm>
            <a:off x="629841" y="365126"/>
            <a:ext cx="78867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925441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9611943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29842" y="2505074"/>
            <a:ext cx="3868340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901689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0016803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29150" y="2505074"/>
            <a:ext cx="3887391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77139828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C864C03-D232-46E6-9C3D-EA5FB69D3EFC}" type="datetimeFigureOut">
              <a:rPr lang="en-IN"/>
              <a:t>28-02-2025</a:t>
            </a:fld>
            <a:endParaRPr lang="en-IN"/>
          </a:p>
        </p:txBody>
      </p:sp>
      <p:sp>
        <p:nvSpPr>
          <p:cNvPr id="41082080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446532903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05F01-6349-4F42-AE15-3F0C7F3862AC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134739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51163470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C864C03-D232-46E6-9C3D-EA5FB69D3EFC}" type="datetimeFigureOut">
              <a:rPr lang="en-IN"/>
              <a:t>28-02-2025</a:t>
            </a:fld>
            <a:endParaRPr lang="en-IN"/>
          </a:p>
        </p:txBody>
      </p:sp>
      <p:sp>
        <p:nvSpPr>
          <p:cNvPr id="129285755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678337598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05F01-6349-4F42-AE15-3F0C7F3862AC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995494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C864C03-D232-46E6-9C3D-EA5FB69D3EFC}" type="datetimeFigureOut">
              <a:rPr lang="en-IN"/>
              <a:t>28-02-2025</a:t>
            </a:fld>
            <a:endParaRPr lang="en-IN"/>
          </a:p>
        </p:txBody>
      </p:sp>
      <p:sp>
        <p:nvSpPr>
          <p:cNvPr id="162935421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77379961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05F01-6349-4F42-AE15-3F0C7F3862AC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8218650" name="Title 1"/>
          <p:cNvSpPr>
            <a:spLocks noGrp="1"/>
          </p:cNvSpPr>
          <p:nvPr>
            <p:ph type="title"/>
          </p:nvPr>
        </p:nvSpPr>
        <p:spPr bwMode="auto"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00797767" name="Content Placeholder 2"/>
          <p:cNvSpPr>
            <a:spLocks noGrp="1"/>
          </p:cNvSpPr>
          <p:nvPr>
            <p:ph idx="1"/>
          </p:nvPr>
        </p:nvSpPr>
        <p:spPr bwMode="auto"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7124986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6989116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C864C03-D232-46E6-9C3D-EA5FB69D3EFC}" type="datetimeFigureOut">
              <a:rPr lang="en-IN"/>
              <a:t>28-02-2025</a:t>
            </a:fld>
            <a:endParaRPr lang="en-IN"/>
          </a:p>
        </p:txBody>
      </p:sp>
      <p:sp>
        <p:nvSpPr>
          <p:cNvPr id="209823455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214487383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05F01-6349-4F42-AE15-3F0C7F3862AC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3966108" name="Title 1"/>
          <p:cNvSpPr>
            <a:spLocks noGrp="1"/>
          </p:cNvSpPr>
          <p:nvPr>
            <p:ph type="title"/>
          </p:nvPr>
        </p:nvSpPr>
        <p:spPr bwMode="auto"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41945156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7215870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3213995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C864C03-D232-46E6-9C3D-EA5FB69D3EFC}" type="datetimeFigureOut">
              <a:rPr lang="en-IN"/>
              <a:t>28-02-2025</a:t>
            </a:fld>
            <a:endParaRPr lang="en-IN"/>
          </a:p>
        </p:txBody>
      </p:sp>
      <p:sp>
        <p:nvSpPr>
          <p:cNvPr id="75684793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68525448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05F01-6349-4F42-AE15-3F0C7F3862AC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853935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3413859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1996323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C864C03-D232-46E6-9C3D-EA5FB69D3EFC}" type="datetimeFigureOut">
              <a:rPr lang="en-IN"/>
              <a:t>28-02-2025</a:t>
            </a:fld>
            <a:endParaRPr lang="en-IN"/>
          </a:p>
        </p:txBody>
      </p:sp>
      <p:sp>
        <p:nvSpPr>
          <p:cNvPr id="146977110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73411416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05F01-6349-4F42-AE15-3F0C7F3862AC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7109711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543675" y="365125"/>
            <a:ext cx="1971675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348842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28650" y="365125"/>
            <a:ext cx="5800725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6675992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C864C03-D232-46E6-9C3D-EA5FB69D3EFC}" type="datetimeFigureOut">
              <a:rPr lang="en-IN"/>
              <a:t>28-02-2025</a:t>
            </a:fld>
            <a:endParaRPr lang="en-IN"/>
          </a:p>
        </p:txBody>
      </p:sp>
      <p:sp>
        <p:nvSpPr>
          <p:cNvPr id="102850548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213216604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05F01-6349-4F42-AE15-3F0C7F3862AC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198185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0572337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309787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0C864C03-D232-46E6-9C3D-EA5FB69D3EFC}" type="datetimeFigureOut">
              <a:rPr lang="en-IN"/>
              <a:t>28-02-2025</a:t>
            </a:fld>
            <a:endParaRPr lang="en-IN"/>
          </a:p>
        </p:txBody>
      </p:sp>
      <p:sp>
        <p:nvSpPr>
          <p:cNvPr id="180848140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126998022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08305F01-6349-4F42-AE15-3F0C7F3862AC}" type="slidenum">
              <a:rPr lang="en-IN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6060438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Dictionary in Python</a:t>
            </a:r>
            <a:endParaRPr lang="en-IN"/>
          </a:p>
        </p:txBody>
      </p:sp>
      <p:sp>
        <p:nvSpPr>
          <p:cNvPr id="1881219739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350514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Dictionary </a:t>
            </a:r>
            <a:endParaRPr lang="en-IN"/>
          </a:p>
        </p:txBody>
      </p:sp>
      <p:sp>
        <p:nvSpPr>
          <p:cNvPr id="414674417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dictionary is similar to lists and tuples. </a:t>
            </a:r>
            <a:endParaRPr sz="36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It’s another type of container for a group of data.</a:t>
            </a:r>
            <a:endParaRPr sz="36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However, whereas tuples and lists are indexed by their numeric order, dictionaries are indexed by namesthat you choose. </a:t>
            </a:r>
            <a:endParaRPr sz="36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These names can be letters, numbers strings, or symbols</a:t>
            </a:r>
            <a:endParaRPr sz="3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517368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Making a Dictionary</a:t>
            </a:r>
            <a:endParaRPr lang="en-IN"/>
          </a:p>
        </p:txBody>
      </p:sp>
      <p:sp>
        <p:nvSpPr>
          <p:cNvPr id="12681172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228600" marR="0" indent="-228600" algn="l">
              <a:lnSpc>
                <a:spcPct val="88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3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Dictionaries are created using</a:t>
            </a:r>
            <a:r>
              <a:rPr sz="3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the curly braces. </a:t>
            </a:r>
            <a:endParaRPr sz="3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228600" marR="0" indent="-228600" algn="l">
              <a:lnSpc>
                <a:spcPct val="88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3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 start with, you can create the simplest dictionary, which is an empty dictionary, and populate it using names and values that you specify one per line</a:t>
            </a:r>
            <a:endParaRPr sz="3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907958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4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Dictionary</a:t>
            </a:r>
            <a:endParaRPr lang="en-IN" sz="15000"/>
          </a:p>
        </p:txBody>
      </p:sp>
      <p:sp>
        <p:nvSpPr>
          <p:cNvPr id="26440719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&gt;&gt;&gt; menus_specials = {}</a:t>
            </a:r>
            <a:endParaRPr sz="36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&gt;&gt;&gt; menus_specials[“breakfast”] = “canadian ham”</a:t>
            </a:r>
            <a:endParaRPr sz="36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&gt;&gt;&gt; menus_specials[“lunch”] = “tuna surprise”</a:t>
            </a:r>
            <a:endParaRPr sz="36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&gt;&gt;&gt; menus_specials[“dinner”] = “Cheeseburger Deluxe”</a:t>
            </a:r>
            <a:endParaRPr lang="en-IN" sz="13000"/>
          </a:p>
        </p:txBody>
      </p:sp>
      <p:sp>
        <p:nvSpPr>
          <p:cNvPr id="284992103" name=""/>
          <p:cNvSpPr/>
          <p:nvPr/>
        </p:nvSpPr>
        <p:spPr bwMode="auto">
          <a:xfrm>
            <a:off x="4118704" y="3337560"/>
            <a:ext cx="906948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Dictionary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727902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4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Dictionaries</a:t>
            </a:r>
            <a:endParaRPr/>
          </a:p>
        </p:txBody>
      </p:sp>
      <p:sp>
        <p:nvSpPr>
          <p:cNvPr id="2115951856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 marL="228600" marR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 there are special names for the indexes and values</a:t>
            </a:r>
            <a:endParaRPr sz="20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 marL="228600" marR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Index names in dictionaries are called keys, and the va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lue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s are called, well, values.</a:t>
            </a:r>
            <a:endParaRPr sz="20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 marL="228600" marR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have to specify 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each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 key and its corresponding value, separated by a colon, between the curly braces.</a:t>
            </a:r>
            <a:endParaRPr sz="20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 marL="228600" marR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&gt;&gt;&gt; menu_specials = {“breakfast” : “sausage and eggs”, ...     “lunch” : “split pea soup and garlic bread”, ...     “dinner”: “2 hot dogs and onion rings”}</a:t>
            </a:r>
            <a:endParaRPr sz="20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 marL="228600" marR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print("%s" % menu_specials["breakfast"])</a:t>
            </a:r>
            <a:endParaRPr sz="20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 marL="228600" marR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menu_specials.values()</a:t>
            </a:r>
            <a:endParaRPr sz="2000"/>
          </a:p>
          <a:p>
            <a:pPr marL="228600" marR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menu_specials.keys()</a:t>
            </a:r>
            <a:endParaRPr sz="20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28600" marR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endParaRPr sz="2000"/>
          </a:p>
          <a:p>
            <a:pPr marL="228600" marR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565704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Dictionary</a:t>
            </a:r>
            <a:endParaRPr lang="en-IN"/>
          </a:p>
        </p:txBody>
      </p:sp>
      <p:sp>
        <p:nvSpPr>
          <p:cNvPr id="95536348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228600" marR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3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dictionary is a Python object that cross-references keys to values. A keyis an immutable object, such as a string. </a:t>
            </a:r>
            <a:endParaRPr sz="3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228600" marR="0" indent="-228600" algn="l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3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value can be any object. </a:t>
            </a:r>
            <a:endParaRPr sz="3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228600" marR="0" indent="-228600" algn="l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3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dictionary has a canonical string representation: a comma-separated list of key-value pairs, enclosed in curly braces: {key:value, key:value}.</a:t>
            </a:r>
            <a:endParaRPr sz="3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918305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3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Accessing and updating dictionary mappings</a:t>
            </a:r>
            <a:endParaRPr sz="3200"/>
          </a:p>
        </p:txBody>
      </p:sp>
      <p:sp>
        <p:nvSpPr>
          <p:cNvPr id="101386375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3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If you try to use a key that doesn’t exist in the dictionary, Python barks out a KeyError exception. </a:t>
            </a:r>
            <a:endParaRPr sz="3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3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When you don’t want to worry about handling the exception, you can instead use the get (key[, obj]) method, which returns None if the mapping doesn’t exist, and even lets you specify a default value for such cases:</a:t>
            </a:r>
            <a:endParaRPr sz="3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946174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88649" y="2134224"/>
            <a:ext cx="8582675" cy="26751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574559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2210229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sz="3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If you just want to know if a dictionary has a particular key-value pair (or if you want to check before requesting it), you can use the has_key(key) method:</a:t>
            </a:r>
            <a:endParaRPr sz="3200"/>
          </a:p>
          <a:p>
            <a:pPr>
              <a:defRPr/>
            </a:pPr>
            <a:r>
              <a:rPr sz="3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&gt;&gt;&gt; logins.has_key(‘yahoo’)</a:t>
            </a:r>
            <a:endParaRPr sz="3200"/>
          </a:p>
          <a:p>
            <a:pPr>
              <a:defRPr/>
            </a:pPr>
            <a:r>
              <a:rPr sz="3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del statement removes an item from a dictionary:</a:t>
            </a:r>
            <a:endParaRPr sz="3200"/>
          </a:p>
          <a:p>
            <a:pPr marL="228600" marR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3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del logins[‘yahoo’]</a:t>
            </a:r>
            <a:endParaRPr lang="en-US" sz="32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28600" marR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3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logins.has_key(‘yahoo’)</a:t>
            </a:r>
            <a:endParaRPr sz="3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95152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3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Additional dictionary operations</a:t>
            </a:r>
            <a:endParaRPr sz="3200"/>
          </a:p>
        </p:txBody>
      </p:sp>
      <p:sp>
        <p:nvSpPr>
          <p:cNvPr id="1900642866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3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len(logins) # How many items?</a:t>
            </a:r>
            <a:endParaRPr sz="3200"/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logins.keys()</a:t>
            </a:r>
            <a:endParaRPr lang="en-US" sz="32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logins.values()</a:t>
            </a:r>
            <a:endParaRPr lang="en-US" sz="32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logins.items()</a:t>
            </a:r>
            <a:endParaRPr lang="en-US" sz="32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logins.clear() # Delete everything</a:t>
            </a:r>
            <a:endParaRPr lang="en-US" sz="32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logins</a:t>
            </a:r>
            <a:endParaRPr sz="3200"/>
          </a:p>
          <a:p>
            <a:pPr>
              <a:defRPr/>
            </a:pPr>
            <a:endParaRPr sz="3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919178" name=""/>
          <p:cNvSpPr/>
          <p:nvPr/>
        </p:nvSpPr>
        <p:spPr bwMode="auto">
          <a:xfrm>
            <a:off x="3253185" y="2971620"/>
            <a:ext cx="2640149" cy="91475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5400" b="1">
                <a:ln>
                  <a:noFill/>
                </a:ln>
                <a:solidFill>
                  <a:schemeClr val="accent1"/>
                </a:solidFill>
              </a:rPr>
              <a:t>The End</a:t>
            </a:r>
            <a:endParaRPr sz="5400" b="1">
              <a:ln>
                <a:noFill/>
              </a:ln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 Ashwin Bhagat</dc:creator>
  <cp:lastModifiedBy/>
  <cp:revision>11</cp:revision>
  <dcterms:created xsi:type="dcterms:W3CDTF">2025-02-28T03:49:18Z</dcterms:created>
  <dcterms:modified xsi:type="dcterms:W3CDTF">2026-09-02T05:39:50Z</dcterms:modified>
</cp:coreProperties>
</file>