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1128" y="78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3576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46984905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CBAB3DB-4BE3-489B-A2A4-1C5FBE79A82B}" type="datetimeFigureOut">
              <a:rPr lang="en-IN"/>
              <a:t>10-03-2025</a:t>
            </a:fld>
            <a:endParaRPr lang="en-IN"/>
          </a:p>
        </p:txBody>
      </p:sp>
      <p:sp>
        <p:nvSpPr>
          <p:cNvPr id="4704314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IN"/>
          </a:p>
        </p:txBody>
      </p:sp>
      <p:sp>
        <p:nvSpPr>
          <p:cNvPr id="5729510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723884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2758188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5FF61F-5B77-4E9B-A8E6-C78E1128DB15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B4253B-0468-8BEC-9961-7BE00451E3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FF8D73-9971-3340-976B-1FBED0E2DA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640EB-9D53-DE5E-0C7C-1685285C63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BBAE17-7C79-1634-33E5-05266412A3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0394F9-827E-B50D-DB41-4E98CDAD5E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8946F9-996F-DCD7-AAB5-078127252C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E162E7-B11D-72C2-F3FD-F7AEF62FDE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15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6301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7333174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D5FF61F-5B77-4E9B-A8E6-C78E1128DB15}" type="slidenum">
              <a:rPr lang="en-IN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B45B3D-8D6F-8FDF-A5B4-DC8BBD89C7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6D9217-01F3-0AD3-6D50-9BBBE834CD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726089" name="Title 1"/>
          <p:cNvSpPr>
            <a:spLocks noGrp="1"/>
          </p:cNvSpPr>
          <p:nvPr>
            <p:ph type="ctrTitle"/>
          </p:nvPr>
        </p:nvSpPr>
        <p:spPr bwMode="auto"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6802915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02867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3097265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944620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5712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51229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78689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8437363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872748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108476" name="Title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57515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30447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3194362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284080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6973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59587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48263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00758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7671493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62883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166435" name="Title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0005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04224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085611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992652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688792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9851072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2037758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1920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387306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96687375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17884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9259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9531678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7474447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2966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2609403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75866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4360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7445054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552568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57642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909755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464110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62521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7754502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624180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7914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851080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25106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2383022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703122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9192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609671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22934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4708194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509816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89473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90211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16161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0045256-89C4-40E4-B4AD-45D0E35F2821}" type="datetimeFigureOut">
              <a:rPr lang="en-IN"/>
              <a:t>10-03-2025</a:t>
            </a:fld>
            <a:endParaRPr lang="en-IN"/>
          </a:p>
        </p:txBody>
      </p:sp>
      <p:sp>
        <p:nvSpPr>
          <p:cNvPr id="133153715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6920288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936E0DF-0EF9-4DED-949F-631D8834D111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10858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Lists in Python</a:t>
            </a:r>
            <a:endParaRPr lang="en-IN"/>
          </a:p>
        </p:txBody>
      </p:sp>
      <p:sp>
        <p:nvSpPr>
          <p:cNvPr id="79255711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Dr. Ashwin D. Bhagat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813928" name="Title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61023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Creating Lists</a:t>
            </a:r>
            <a:endParaRPr lang="en-IN"/>
          </a:p>
        </p:txBody>
      </p:sp>
      <p:sp>
        <p:nvSpPr>
          <p:cNvPr id="1454670607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487424"/>
            <a:ext cx="7886700" cy="4689539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/>
              <a:t>Creating a list is straightforward because you don’t need to specify a particular data type or length. You can surround any piece of data in square brackets to create a list containing that data: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&gt;&gt;&gt;x=[]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y=['Mumbai', 'Nagpur', 'Nashik', 'Aurangabad', 'Pune']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y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&gt;&gt;&gt;['Mumbai', 'Nagpur', 'Nashik', 'Aurangabad', 'Pune']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z=[10,20,'Good Evening’, y]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z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&gt;&gt;&gt;[10, 20, 'Good Evening', ['Mumbai', 'Nagpur', 'Nashik', 'Aurangabad', 'Pune']]</a:t>
            </a:r>
            <a:endParaRPr/>
          </a:p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1342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Creating Lists</a:t>
            </a:r>
            <a:endParaRPr lang="en-IN"/>
          </a:p>
        </p:txBody>
      </p:sp>
      <p:sp>
        <p:nvSpPr>
          <p:cNvPr id="2038072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</a:t>
            </a:r>
            <a:r>
              <a:rPr lang="en-US" b="1">
                <a:solidFill>
                  <a:srgbClr val="FF0000"/>
                </a:solidFill>
              </a:rPr>
              <a:t>list(seq)</a:t>
            </a:r>
            <a:r>
              <a:rPr lang="en-US"/>
              <a:t> function converts from one sequence type to a list: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&gt;&gt;&gt;list((5,10))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&gt;&gt;&gt;[5, 10]</a:t>
            </a:r>
            <a:endParaRPr lang="en-US"/>
          </a:p>
          <a:p>
            <a:pPr marL="0" indent="0">
              <a:buNone/>
              <a:defRPr/>
            </a:pPr>
            <a:r>
              <a:rPr lang="en-IN"/>
              <a:t>&gt;&gt;&gt; </a:t>
            </a:r>
            <a:r>
              <a:rPr lang="en-US"/>
              <a:t>list("The World")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</a:t>
            </a:r>
            <a:r>
              <a:rPr lang="en-US"/>
              <a:t>['T', 'h', 'e', ' ', 'W', 'o', 'r', 'l', 'd']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7707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 Comprehensions</a:t>
            </a:r>
            <a:endParaRPr lang="en-IN"/>
          </a:p>
        </p:txBody>
      </p:sp>
      <p:sp>
        <p:nvSpPr>
          <p:cNvPr id="118293221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438656"/>
            <a:ext cx="7886700" cy="5169408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/>
              <a:t>List comprehensions operate on each item in a list and store the result in a new list, or if you want to create a list that contains only items that meet certain criteria</a:t>
            </a:r>
            <a:endParaRPr/>
          </a:p>
          <a:p>
            <a:pPr>
              <a:defRPr/>
            </a:pPr>
            <a:r>
              <a:rPr lang="en-US"/>
              <a:t>Eg</a:t>
            </a:r>
            <a:r>
              <a:rPr lang="en-US"/>
              <a:t>: to generate a list containing x2 for the numbers 1 through 10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 x*x for x in range(1,11)]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&gt;&gt;&gt;[1, 4, 9, 16, 25, 36, 49, 64, 81, 100]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&gt;&gt;&gt;[x*x*x for x in range(1,11)]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&gt;&gt;&gt;[1, 8, 27, 64, 125, 216, 343, 512, 729, 1000]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&gt;&gt;&gt;[x*x for x in range(10) if x%2==0]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&gt;&gt;&gt;[0, 4, 16, 36, 64]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&gt;&gt;&gt;[</a:t>
            </a:r>
            <a:r>
              <a:rPr lang="en-US"/>
              <a:t>a+b</a:t>
            </a:r>
            <a:r>
              <a:rPr lang="en-US"/>
              <a:t> for a in 'ABC' for b in '123']</a:t>
            </a:r>
            <a:endParaRPr/>
          </a:p>
          <a:p>
            <a:pPr marL="0" indent="0">
              <a:buNone/>
              <a:defRPr/>
            </a:pPr>
            <a:r>
              <a:rPr lang="en-US"/>
              <a:t>&gt;&gt;&gt;['A1', 'A2', 'A3', 'B1', 'B2', 'B3', 'C1', 'C2', 'C3']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3142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 Methods</a:t>
            </a:r>
            <a:endParaRPr lang="en-IN"/>
          </a:p>
        </p:txBody>
      </p:sp>
      <p:sp>
        <p:nvSpPr>
          <p:cNvPr id="1215051705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255776"/>
            <a:ext cx="7886700" cy="4921187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Printing Length of a List</a:t>
            </a:r>
            <a:endParaRPr/>
          </a:p>
          <a:p>
            <a:pPr>
              <a:defRPr/>
            </a:pPr>
            <a:r>
              <a:rPr lang="en-US"/>
              <a:t>&gt;&gt;&gt;</a:t>
            </a:r>
            <a:r>
              <a:rPr lang="en-US"/>
              <a:t>listColors</a:t>
            </a:r>
            <a:r>
              <a:rPr lang="en-US"/>
              <a:t>=["Red", "Green", "Yellow", "Gray", "White", "Black"]</a:t>
            </a:r>
            <a:endParaRPr/>
          </a:p>
          <a:p>
            <a:pPr>
              <a:defRPr/>
            </a:pPr>
            <a:r>
              <a:rPr lang="en-US"/>
              <a:t>&gt;&gt;&gt; </a:t>
            </a:r>
            <a:r>
              <a:rPr lang="en-IN"/>
              <a:t>print(</a:t>
            </a:r>
            <a:r>
              <a:rPr lang="en-IN"/>
              <a:t>len</a:t>
            </a:r>
            <a:r>
              <a:rPr lang="en-IN"/>
              <a:t>(</a:t>
            </a:r>
            <a:r>
              <a:rPr lang="en-IN"/>
              <a:t>listColors</a:t>
            </a:r>
            <a:r>
              <a:rPr lang="en-IN"/>
              <a:t>))	</a:t>
            </a:r>
            <a:endParaRPr/>
          </a:p>
          <a:p>
            <a:pPr>
              <a:defRPr/>
            </a:pPr>
            <a:r>
              <a:rPr lang="en-IN"/>
              <a:t>6</a:t>
            </a:r>
            <a:endParaRPr lang="en-US"/>
          </a:p>
          <a:p>
            <a:pPr>
              <a:defRPr/>
            </a:pPr>
            <a:r>
              <a:rPr lang="en-US"/>
              <a:t>&gt;&gt;&gt; </a:t>
            </a:r>
            <a:r>
              <a:rPr lang="en-IN"/>
              <a:t>print(type(</a:t>
            </a:r>
            <a:r>
              <a:rPr lang="en-IN"/>
              <a:t>listColors</a:t>
            </a:r>
            <a:r>
              <a:rPr lang="en-IN"/>
              <a:t>))</a:t>
            </a:r>
            <a:endParaRPr/>
          </a:p>
          <a:p>
            <a:pPr>
              <a:defRPr/>
            </a:pPr>
            <a:r>
              <a:rPr lang="en-IN"/>
              <a:t>&lt;class 'list’&gt;</a:t>
            </a:r>
            <a:endParaRPr/>
          </a:p>
          <a:p>
            <a:pPr>
              <a:defRPr/>
            </a:pPr>
            <a:r>
              <a:rPr lang="en-US"/>
              <a:t>&gt;&gt;&gt; </a:t>
            </a:r>
            <a:r>
              <a:rPr lang="en-IN"/>
              <a:t>listColors</a:t>
            </a:r>
            <a:r>
              <a:rPr lang="en-IN"/>
              <a:t>[1]</a:t>
            </a:r>
            <a:endParaRPr/>
          </a:p>
          <a:p>
            <a:pPr>
              <a:defRPr/>
            </a:pPr>
            <a:r>
              <a:rPr lang="en-IN"/>
              <a:t>'Green’</a:t>
            </a:r>
            <a:endParaRPr/>
          </a:p>
          <a:p>
            <a:pPr>
              <a:defRPr/>
            </a:pPr>
            <a:r>
              <a:rPr lang="en-US"/>
              <a:t>&gt;&gt;&gt; </a:t>
            </a:r>
            <a:r>
              <a:rPr lang="en-IN"/>
              <a:t>listColors</a:t>
            </a:r>
            <a:r>
              <a:rPr lang="en-IN"/>
              <a:t>[-2]</a:t>
            </a:r>
            <a:endParaRPr/>
          </a:p>
          <a:p>
            <a:pPr>
              <a:defRPr/>
            </a:pPr>
            <a:r>
              <a:rPr lang="en-IN"/>
              <a:t>'White’</a:t>
            </a:r>
            <a:endParaRPr/>
          </a:p>
          <a:p>
            <a:pPr>
              <a:defRPr/>
            </a:pPr>
            <a:r>
              <a:rPr lang="en-US"/>
              <a:t>&gt;&gt;&gt;print(</a:t>
            </a:r>
            <a:r>
              <a:rPr lang="en-US"/>
              <a:t>listColors</a:t>
            </a:r>
            <a:r>
              <a:rPr lang="en-US"/>
              <a:t>[-4:-1])</a:t>
            </a:r>
            <a:endParaRPr/>
          </a:p>
          <a:p>
            <a:pPr>
              <a:defRPr/>
            </a:pPr>
            <a:r>
              <a:rPr lang="en-US"/>
              <a:t>['Yellow', 'Gray', 'White']</a:t>
            </a:r>
            <a:endParaRPr lang="en-IN"/>
          </a:p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991836" name="Title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858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List Methods</a:t>
            </a:r>
            <a:endParaRPr lang="en-IN"/>
          </a:p>
        </p:txBody>
      </p:sp>
      <p:sp>
        <p:nvSpPr>
          <p:cNvPr id="1190094345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950978"/>
            <a:ext cx="7886700" cy="522598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Checking for List Items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&gt;&gt;&gt;if 'Gray' in </a:t>
            </a:r>
            <a:r>
              <a:rPr lang="en-US"/>
              <a:t>listColors</a:t>
            </a:r>
            <a:r>
              <a:rPr lang="en-US"/>
              <a:t>:</a:t>
            </a:r>
            <a:endParaRPr/>
          </a:p>
          <a:p>
            <a:pPr lvl="1">
              <a:defRPr/>
            </a:pPr>
            <a:r>
              <a:rPr lang="en-US"/>
              <a:t>    print("Gray is in the List")</a:t>
            </a:r>
            <a:endParaRPr/>
          </a:p>
          <a:p>
            <a:pPr lvl="1">
              <a:defRPr/>
            </a:pPr>
            <a:r>
              <a:rPr lang="en-US"/>
              <a:t>Gray is in the List</a:t>
            </a:r>
            <a:endParaRPr/>
          </a:p>
          <a:p>
            <a:pPr>
              <a:defRPr/>
            </a:pPr>
            <a:r>
              <a:rPr lang="en-US"/>
              <a:t>Changing the values in a list</a:t>
            </a:r>
            <a:endParaRPr/>
          </a:p>
          <a:p>
            <a:pPr lvl="1">
              <a:defRPr/>
            </a:pPr>
            <a:r>
              <a:rPr lang="en-IN"/>
              <a:t>&gt;&gt;&gt;</a:t>
            </a:r>
            <a:r>
              <a:rPr lang="en-IN"/>
              <a:t>listColors</a:t>
            </a:r>
            <a:r>
              <a:rPr lang="en-IN"/>
              <a:t>[1:3] = ["Beige", "Pink"]</a:t>
            </a:r>
            <a:endParaRPr lang="en-US"/>
          </a:p>
          <a:p>
            <a:pPr lvl="1">
              <a:defRPr/>
            </a:pPr>
            <a:r>
              <a:rPr lang="en-IN"/>
              <a:t>&gt;&gt;&gt; </a:t>
            </a:r>
            <a:r>
              <a:rPr lang="en-IN"/>
              <a:t>listColors</a:t>
            </a:r>
            <a:endParaRPr lang="en-IN"/>
          </a:p>
          <a:p>
            <a:pPr lvl="1">
              <a:defRPr/>
            </a:pPr>
            <a:r>
              <a:rPr lang="en-IN"/>
              <a:t>&gt;&gt;&gt;['Red', 'Beige', 'Pink', 'Gray', 'White', 'Black’]</a:t>
            </a:r>
            <a:endParaRPr/>
          </a:p>
          <a:p>
            <a:pPr>
              <a:defRPr/>
            </a:pPr>
            <a:r>
              <a:rPr lang="en-IN"/>
              <a:t>Inserting Elements in Lists</a:t>
            </a:r>
            <a:endParaRPr/>
          </a:p>
          <a:p>
            <a:pPr lvl="1">
              <a:defRPr/>
            </a:pPr>
            <a:r>
              <a:rPr lang="en-IN"/>
              <a:t>listColors.insert</a:t>
            </a:r>
            <a:r>
              <a:rPr lang="en-IN"/>
              <a:t>(2,'Aqua’)</a:t>
            </a:r>
            <a:endParaRPr/>
          </a:p>
          <a:p>
            <a:pPr lvl="1">
              <a:defRPr/>
            </a:pPr>
            <a:r>
              <a:rPr lang="en-IN"/>
              <a:t>listColors</a:t>
            </a:r>
            <a:endParaRPr lang="en-IN"/>
          </a:p>
          <a:p>
            <a:pPr lvl="1">
              <a:defRPr/>
            </a:pPr>
            <a:r>
              <a:rPr lang="en-IN"/>
              <a:t>['Red', 'Beige', 'Aqua', 'Pink', 'Gray', 'White', 'Black']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4951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 Methods</a:t>
            </a:r>
            <a:endParaRPr lang="en-IN"/>
          </a:p>
        </p:txBody>
      </p:sp>
      <p:sp>
        <p:nvSpPr>
          <p:cNvPr id="29256559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255776"/>
            <a:ext cx="7886700" cy="49211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Appending Elements in a List</a:t>
            </a:r>
            <a:endParaRPr/>
          </a:p>
          <a:p>
            <a:pPr lvl="1">
              <a:defRPr/>
            </a:pPr>
            <a:r>
              <a:rPr lang="en-IN"/>
              <a:t>&gt;&gt;&gt;</a:t>
            </a:r>
            <a:r>
              <a:rPr lang="en-IN"/>
              <a:t>listColors.append</a:t>
            </a:r>
            <a:r>
              <a:rPr lang="en-IN"/>
              <a:t>('Orange')</a:t>
            </a:r>
            <a:endParaRPr/>
          </a:p>
          <a:p>
            <a:pPr lvl="1">
              <a:defRPr/>
            </a:pPr>
            <a:r>
              <a:rPr lang="en-IN"/>
              <a:t>&gt;&gt;&gt; </a:t>
            </a:r>
            <a:r>
              <a:rPr lang="en-IN"/>
              <a:t>listColors</a:t>
            </a:r>
            <a:endParaRPr lang="en-IN"/>
          </a:p>
          <a:p>
            <a:pPr lvl="1">
              <a:defRPr/>
            </a:pPr>
            <a:r>
              <a:rPr lang="en-IN"/>
              <a:t>&gt;&gt;&gt;['Red', 'Beige', 'Aqua', 'Pink', 'Gray', 'White', 'Black', 'Orange’]</a:t>
            </a:r>
            <a:endParaRPr/>
          </a:p>
          <a:p>
            <a:pPr>
              <a:defRPr/>
            </a:pPr>
            <a:r>
              <a:rPr lang="en-US"/>
              <a:t>To append elements from another list to the current list, use the extend() method</a:t>
            </a:r>
            <a:endParaRPr/>
          </a:p>
          <a:p>
            <a:pPr lvl="1">
              <a:defRPr/>
            </a:pPr>
            <a:r>
              <a:rPr lang="en-IN"/>
              <a:t>&gt;&gt;&gt;</a:t>
            </a:r>
            <a:r>
              <a:rPr lang="en-IN"/>
              <a:t>mycol</a:t>
            </a:r>
            <a:r>
              <a:rPr lang="en-IN"/>
              <a:t>=['</a:t>
            </a:r>
            <a:r>
              <a:rPr lang="en-IN"/>
              <a:t>Turquoise','Brown</a:t>
            </a:r>
            <a:r>
              <a:rPr lang="en-IN"/>
              <a:t>']          </a:t>
            </a:r>
            <a:endParaRPr/>
          </a:p>
          <a:p>
            <a:pPr lvl="1">
              <a:defRPr/>
            </a:pPr>
            <a:r>
              <a:rPr lang="en-IN"/>
              <a:t>&gt;&gt;&gt; </a:t>
            </a:r>
            <a:r>
              <a:rPr lang="en-IN"/>
              <a:t>listColors.extend</a:t>
            </a:r>
            <a:r>
              <a:rPr lang="en-IN"/>
              <a:t>(</a:t>
            </a:r>
            <a:r>
              <a:rPr lang="en-IN"/>
              <a:t>mycol</a:t>
            </a:r>
            <a:r>
              <a:rPr lang="en-IN"/>
              <a:t>)          </a:t>
            </a:r>
            <a:endParaRPr/>
          </a:p>
          <a:p>
            <a:pPr lvl="1">
              <a:defRPr/>
            </a:pPr>
            <a:r>
              <a:rPr lang="en-IN"/>
              <a:t>&gt;&gt;&gt; </a:t>
            </a:r>
            <a:r>
              <a:rPr lang="en-IN"/>
              <a:t>listColors</a:t>
            </a:r>
            <a:r>
              <a:rPr lang="en-IN"/>
              <a:t>          </a:t>
            </a:r>
            <a:endParaRPr/>
          </a:p>
          <a:p>
            <a:pPr lvl="1">
              <a:defRPr/>
            </a:pPr>
            <a:r>
              <a:rPr lang="en-IN"/>
              <a:t>&gt;&gt;&gt;['Red', 'Beige', 'Aqua', 'Pink', 'Gray', 'White', 'Black', 'Orange', 'Turquoise', 'Brown']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1385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 Methods</a:t>
            </a:r>
            <a:endParaRPr lang="en-IN"/>
          </a:p>
        </p:txBody>
      </p:sp>
      <p:sp>
        <p:nvSpPr>
          <p:cNvPr id="3065953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remove() method removes the specified item.</a:t>
            </a:r>
            <a:endParaRPr/>
          </a:p>
          <a:p>
            <a:pPr lvl="1">
              <a:defRPr/>
            </a:pPr>
            <a:r>
              <a:rPr lang="en-IN"/>
              <a:t>&gt;&gt;&gt;</a:t>
            </a:r>
            <a:r>
              <a:rPr lang="en-IN"/>
              <a:t>listColors.remove</a:t>
            </a:r>
            <a:r>
              <a:rPr lang="en-IN"/>
              <a:t>('Gray’)</a:t>
            </a:r>
            <a:endParaRPr/>
          </a:p>
          <a:p>
            <a:pPr>
              <a:defRPr/>
            </a:pPr>
            <a:r>
              <a:rPr lang="en-US"/>
              <a:t>The pop() method removes the specified index.</a:t>
            </a:r>
            <a:endParaRPr lang="en-IN"/>
          </a:p>
          <a:p>
            <a:pPr>
              <a:defRPr/>
            </a:pPr>
            <a:r>
              <a:rPr lang="en-US"/>
              <a:t>If you do not specify the index, the pop() method removes the last item.</a:t>
            </a:r>
            <a:endParaRPr/>
          </a:p>
          <a:p>
            <a:pPr>
              <a:defRPr/>
            </a:pPr>
            <a:r>
              <a:rPr lang="en-IN"/>
              <a:t>listColors.pop</a:t>
            </a:r>
            <a:r>
              <a:rPr lang="en-IN"/>
              <a:t>(2)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331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del statement</a:t>
            </a:r>
            <a:endParaRPr lang="en-IN"/>
          </a:p>
        </p:txBody>
      </p:sp>
      <p:sp>
        <p:nvSpPr>
          <p:cNvPr id="914380858" name="Content Placeholder 3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del keyword is used to delete objects. In Python everything is an object, so the del keyword can also be used to delete variables, lists, or parts of a list etc.</a:t>
            </a:r>
            <a:endParaRPr/>
          </a:p>
          <a:p>
            <a:pPr>
              <a:defRPr/>
            </a:pPr>
            <a:r>
              <a:rPr lang="it-IT" b="0" i="0">
                <a:solidFill>
                  <a:srgbClr val="000000"/>
                </a:solidFill>
                <a:latin typeface="Consolas"/>
              </a:rPr>
              <a:t>x = </a:t>
            </a:r>
            <a:r>
              <a:rPr lang="it-IT" b="0" i="0">
                <a:solidFill>
                  <a:srgbClr val="008000"/>
                </a:solidFill>
                <a:latin typeface="Consolas"/>
              </a:rPr>
              <a:t>"hello"</a:t>
            </a:r>
            <a:br>
              <a:rPr lang="it-IT"/>
            </a:br>
            <a:br>
              <a:rPr lang="it-IT"/>
            </a:br>
            <a:r>
              <a:rPr lang="it-IT" b="0" i="0">
                <a:solidFill>
                  <a:srgbClr val="005CC5"/>
                </a:solidFill>
                <a:latin typeface="Consolas"/>
              </a:rPr>
              <a:t>del</a:t>
            </a:r>
            <a:r>
              <a:rPr lang="it-IT" b="0" i="0">
                <a:solidFill>
                  <a:srgbClr val="000000"/>
                </a:solidFill>
                <a:latin typeface="Consolas"/>
              </a:rPr>
              <a:t> x</a:t>
            </a:r>
            <a:br>
              <a:rPr lang="it-IT"/>
            </a:br>
            <a:br>
              <a:rPr lang="it-IT"/>
            </a:br>
            <a:r>
              <a:rPr lang="it-IT" b="0" i="0">
                <a:solidFill>
                  <a:srgbClr val="005CC5"/>
                </a:solidFill>
                <a:latin typeface="Consolas"/>
              </a:rPr>
              <a:t>print</a:t>
            </a:r>
            <a:r>
              <a:rPr lang="it-IT" b="0" i="0">
                <a:solidFill>
                  <a:srgbClr val="000000"/>
                </a:solidFill>
                <a:latin typeface="Consolas"/>
              </a:rPr>
              <a:t>(x)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0215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576597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65998891" name="Rectangle 3"/>
          <p:cNvSpPr/>
          <p:nvPr/>
        </p:nvSpPr>
        <p:spPr bwMode="auto">
          <a:xfrm>
            <a:off x="3292644" y="2967335"/>
            <a:ext cx="2558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defRPr/>
            </a:pPr>
            <a:r>
              <a:rPr lang="en-US" sz="5400" b="0" cap="none" spc="0">
                <a:ln w="0"/>
                <a:solidFill>
                  <a:schemeClr val="accent1"/>
                </a:solidFill>
              </a:rPr>
              <a:t>The 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/>
  <cp:revision>31</cp:revision>
  <dcterms:created xsi:type="dcterms:W3CDTF">2025-02-13T15:44:22Z</dcterms:created>
  <dcterms:modified xsi:type="dcterms:W3CDTF">2026-08-13T14:40:53Z</dcterms:modified>
</cp:coreProperties>
</file>