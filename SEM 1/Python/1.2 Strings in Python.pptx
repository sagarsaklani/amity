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0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08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87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6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13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3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35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20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67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62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94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BB91D-8571-45A7-87D3-1A46878ABDF9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0270C-FCDC-4DBA-887A-4325D3B20C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55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21FA-7E41-7DDF-1F51-18408BE21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Strings in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BA0A9-CD77-C67F-A3AD-31E4798D9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3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72B6-4CCB-DAAD-19E5-F0665796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9FA4-4681-BA1F-A2C5-258370415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Definition of a String </a:t>
            </a:r>
          </a:p>
          <a:p>
            <a:r>
              <a:rPr lang="en-IN" dirty="0"/>
              <a:t>Declaring a string in python </a:t>
            </a:r>
          </a:p>
          <a:p>
            <a:r>
              <a:rPr lang="en-IN" dirty="0"/>
              <a:t>Creating and initializing strings </a:t>
            </a:r>
          </a:p>
          <a:p>
            <a:r>
              <a:rPr lang="en-IN" dirty="0"/>
              <a:t>Strings are immutable </a:t>
            </a:r>
          </a:p>
          <a:p>
            <a:r>
              <a:rPr lang="en-IN" dirty="0"/>
              <a:t>Traversing a string </a:t>
            </a:r>
          </a:p>
          <a:p>
            <a:r>
              <a:rPr lang="en-IN" dirty="0"/>
              <a:t>Strings basic operators </a:t>
            </a:r>
          </a:p>
          <a:p>
            <a:r>
              <a:rPr lang="en-IN" dirty="0"/>
              <a:t>String Membership Operators </a:t>
            </a:r>
          </a:p>
          <a:p>
            <a:r>
              <a:rPr lang="en-IN" dirty="0"/>
              <a:t>String Slices </a:t>
            </a:r>
          </a:p>
        </p:txBody>
      </p:sp>
    </p:spTree>
    <p:extLst>
      <p:ext uri="{BB962C8B-B14F-4D97-AF65-F5344CB8AC3E}">
        <p14:creationId xmlns:p14="http://schemas.microsoft.com/office/powerpoint/2010/main" val="327940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ience&#10;&#10;AI-generated content may be incorrect.">
            <a:extLst>
              <a:ext uri="{FF2B5EF4-FFF2-40B4-BE49-F238E27FC236}">
                <a16:creationId xmlns:a16="http://schemas.microsoft.com/office/drawing/2014/main" id="{A6EA17CA-6187-8098-B492-73550AE5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13"/>
          <a:stretch/>
        </p:blipFill>
        <p:spPr>
          <a:xfrm>
            <a:off x="20" y="1"/>
            <a:ext cx="9143979" cy="606829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5029199"/>
            <a:ext cx="9171095" cy="1828800"/>
            <a:chOff x="-305" y="2987478"/>
            <a:chExt cx="12188952" cy="18288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33" name="Freeform: Shape 32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4820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CDD29-F0EB-2C72-4B94-CE059D340B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" r="6183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3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B269E-42F1-9804-C1D5-37FAB551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83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1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2D9B3-CB7F-FE48-47DB-EB6D29166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83" y="228599"/>
            <a:ext cx="858957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7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5D26A0-3F7C-F8C1-D3E3-07895417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39" y="643467"/>
            <a:ext cx="801592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9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9FBF3-ADD6-9F21-C29E-0DAF8137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3" y="643466"/>
            <a:ext cx="79871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A186FA-90A1-8F16-CA21-2BA25D6C3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3" y="643466"/>
            <a:ext cx="79871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DD837-36FA-4138-77E5-60A9A4865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69" y="643467"/>
            <a:ext cx="804486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1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4D586C-CC03-B6CF-00D2-81EC4DE7C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28" y="643466"/>
            <a:ext cx="793034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D6871-9EFE-9219-5CAE-DB85EBFF5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4" y="643467"/>
            <a:ext cx="798719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7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BF066-C63E-4351-606A-31EA1ED3C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69" y="643467"/>
            <a:ext cx="804486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9904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22D81-1C99-213D-E162-FC991633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4" y="643467"/>
            <a:ext cx="798719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257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2C0A1A-E508-7B04-F671-16C34CD07E97}"/>
              </a:ext>
            </a:extLst>
          </p:cNvPr>
          <p:cNvSpPr/>
          <p:nvPr/>
        </p:nvSpPr>
        <p:spPr>
          <a:xfrm>
            <a:off x="3292645" y="2967335"/>
            <a:ext cx="2558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12283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33</Words>
  <Application>Microsoft Office PowerPoint</Application>
  <PresentationFormat>On-screen Show (4:3)</PresentationFormat>
  <Paragraphs>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Strings in Python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6</cp:revision>
  <dcterms:created xsi:type="dcterms:W3CDTF">2025-02-13T11:16:53Z</dcterms:created>
  <dcterms:modified xsi:type="dcterms:W3CDTF">2025-02-13T11:32:15Z</dcterms:modified>
</cp:coreProperties>
</file>