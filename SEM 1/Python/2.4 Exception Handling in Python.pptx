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9" d="100"/>
          <a:sy n="79" d="100"/>
        </p:scale>
        <p:origin x="258" y="78"/>
      </p:cViewPr>
      <p:guideLst>
        <p:guide pos="288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notesMaster" Target="notesMasters/notesMaster1.xml"/><Relationship Id="rId19" Type="http://schemas.openxmlformats.org/officeDocument/2006/relationships/presProps" Target="presProps.xml" /><Relationship Id="rId20" Type="http://schemas.openxmlformats.org/officeDocument/2006/relationships/tableStyles" Target="tableStyles.xml" /><Relationship Id="rId2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68C3906-E0DD-2C58-FB1D-38D96F3D1E08}"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3EEAC8E-0AD8-C447-C08C-3B81F6292A56}"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007CAC1-396F-3BCE-3617-72308D79303B}"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20697E4-D1A5-D6D8-C360-5840F182F409}"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43CDB23-F259-E477-5499-3E113EE9D55B}"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23E873C-09C8-32E2-074A-F9AFA4238CD2}"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9807C55-82E4-A479-1C45-044B75CB3A79}"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2E028E5-D8A7-AB35-F604-3DA74B333889}"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AA2457E-3AD7-C8D8-AED0-5BE229085D57}"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1FC8E42-EA81-0026-0E4D-BD812450D4A0}"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C2C2AB5-1BAB-5EB9-BFF3-116B1F91050C}"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319C0AB-F773-5D55-6265-C7E626880A0C}"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70F6BDA-186E-2D4A-4E5D-3C333AC9D7BA}"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0E735AD-F697-746C-986E-0A9A9DD1D3BA}"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715783248" name="Title 1"/>
          <p:cNvSpPr>
            <a:spLocks noGrp="1"/>
          </p:cNvSpPr>
          <p:nvPr>
            <p:ph type="ctrTitle"/>
          </p:nvPr>
        </p:nvSpPr>
        <p:spPr bwMode="auto">
          <a:xfrm>
            <a:off x="685800" y="1122363"/>
            <a:ext cx="7772400" cy="2387600"/>
          </a:xfrm>
        </p:spPr>
        <p:txBody>
          <a:bodyPr anchor="b"/>
          <a:lstStyle>
            <a:lvl1pPr algn="ctr">
              <a:defRPr sz="6000"/>
            </a:lvl1pPr>
          </a:lstStyle>
          <a:p>
            <a:pPr>
              <a:defRPr/>
            </a:pPr>
            <a:r>
              <a:rPr lang="en-US"/>
              <a:t>Click to edit Master title style</a:t>
            </a:r>
            <a:endParaRPr lang="en-US"/>
          </a:p>
        </p:txBody>
      </p:sp>
      <p:sp>
        <p:nvSpPr>
          <p:cNvPr id="1918584774" name="Subtitle 2"/>
          <p:cNvSpPr>
            <a:spLocks noGrp="1"/>
          </p:cNvSpPr>
          <p:nvPr>
            <p:ph type="subTitle" idx="1"/>
          </p:nvPr>
        </p:nvSpPr>
        <p:spPr bwMode="auto">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2111393451" name="Date Placeholder 3"/>
          <p:cNvSpPr>
            <a:spLocks noGrp="1"/>
          </p:cNvSpPr>
          <p:nvPr>
            <p:ph type="dt" sz="half" idx="10"/>
          </p:nvPr>
        </p:nvSpPr>
        <p:spPr bwMode="auto"/>
        <p:txBody>
          <a:bodyPr/>
          <a:lstStyle/>
          <a:p>
            <a:pPr>
              <a:defRPr/>
            </a:pPr>
            <a:fld id="{2F238B13-C2BA-4A7E-BA7B-CBD3B6C3ED32}" type="datetimeFigureOut">
              <a:rPr lang="en-IN"/>
              <a:t>22-04-2025</a:t>
            </a:fld>
            <a:endParaRPr lang="en-IN"/>
          </a:p>
        </p:txBody>
      </p:sp>
      <p:sp>
        <p:nvSpPr>
          <p:cNvPr id="63256303" name="Footer Placeholder 4"/>
          <p:cNvSpPr>
            <a:spLocks noGrp="1"/>
          </p:cNvSpPr>
          <p:nvPr>
            <p:ph type="ftr" sz="quarter" idx="11"/>
          </p:nvPr>
        </p:nvSpPr>
        <p:spPr bwMode="auto"/>
        <p:txBody>
          <a:bodyPr/>
          <a:lstStyle/>
          <a:p>
            <a:pPr>
              <a:defRPr/>
            </a:pPr>
            <a:endParaRPr lang="en-IN"/>
          </a:p>
        </p:txBody>
      </p:sp>
      <p:sp>
        <p:nvSpPr>
          <p:cNvPr id="319413344" name="Slide Number Placeholder 5"/>
          <p:cNvSpPr>
            <a:spLocks noGrp="1"/>
          </p:cNvSpPr>
          <p:nvPr>
            <p:ph type="sldNum" sz="quarter" idx="12"/>
          </p:nvPr>
        </p:nvSpPr>
        <p:spPr bwMode="auto"/>
        <p:txBody>
          <a:bodyPr/>
          <a:lstStyle/>
          <a:p>
            <a:pPr>
              <a:defRPr/>
            </a:pPr>
            <a:fld id="{61C07887-3874-4284-A94B-8EAB835A4DA6}" type="slidenum">
              <a:rPr lang="en-IN"/>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132499013" name="Title 1"/>
          <p:cNvSpPr>
            <a:spLocks noGrp="1"/>
          </p:cNvSpPr>
          <p:nvPr>
            <p:ph type="title"/>
          </p:nvPr>
        </p:nvSpPr>
        <p:spPr bwMode="auto"/>
        <p:txBody>
          <a:bodyPr/>
          <a:lstStyle/>
          <a:p>
            <a:pPr>
              <a:defRPr/>
            </a:pPr>
            <a:r>
              <a:rPr lang="en-US"/>
              <a:t>Click to edit Master title style</a:t>
            </a:r>
            <a:endParaRPr lang="en-US"/>
          </a:p>
        </p:txBody>
      </p:sp>
      <p:sp>
        <p:nvSpPr>
          <p:cNvPr id="1013402805"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64514837" name="Date Placeholder 3"/>
          <p:cNvSpPr>
            <a:spLocks noGrp="1"/>
          </p:cNvSpPr>
          <p:nvPr>
            <p:ph type="dt" sz="half" idx="10"/>
          </p:nvPr>
        </p:nvSpPr>
        <p:spPr bwMode="auto"/>
        <p:txBody>
          <a:bodyPr/>
          <a:lstStyle/>
          <a:p>
            <a:pPr>
              <a:defRPr/>
            </a:pPr>
            <a:fld id="{2F238B13-C2BA-4A7E-BA7B-CBD3B6C3ED32}" type="datetimeFigureOut">
              <a:rPr lang="en-IN"/>
              <a:t>22-04-2025</a:t>
            </a:fld>
            <a:endParaRPr lang="en-IN"/>
          </a:p>
        </p:txBody>
      </p:sp>
      <p:sp>
        <p:nvSpPr>
          <p:cNvPr id="1446746303" name="Footer Placeholder 4"/>
          <p:cNvSpPr>
            <a:spLocks noGrp="1"/>
          </p:cNvSpPr>
          <p:nvPr>
            <p:ph type="ftr" sz="quarter" idx="11"/>
          </p:nvPr>
        </p:nvSpPr>
        <p:spPr bwMode="auto"/>
        <p:txBody>
          <a:bodyPr/>
          <a:lstStyle/>
          <a:p>
            <a:pPr>
              <a:defRPr/>
            </a:pPr>
            <a:endParaRPr lang="en-IN"/>
          </a:p>
        </p:txBody>
      </p:sp>
      <p:sp>
        <p:nvSpPr>
          <p:cNvPr id="331274614" name="Slide Number Placeholder 5"/>
          <p:cNvSpPr>
            <a:spLocks noGrp="1"/>
          </p:cNvSpPr>
          <p:nvPr>
            <p:ph type="sldNum" sz="quarter" idx="12"/>
          </p:nvPr>
        </p:nvSpPr>
        <p:spPr bwMode="auto"/>
        <p:txBody>
          <a:bodyPr/>
          <a:lstStyle/>
          <a:p>
            <a:pPr>
              <a:defRPr/>
            </a:pPr>
            <a:fld id="{61C07887-3874-4284-A94B-8EAB835A4DA6}" type="slidenum">
              <a:rPr lang="en-IN"/>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754315765" name="Title 1"/>
          <p:cNvSpPr>
            <a:spLocks noGrp="1"/>
          </p:cNvSpPr>
          <p:nvPr>
            <p:ph type="title"/>
          </p:nvPr>
        </p:nvSpPr>
        <p:spPr bwMode="auto">
          <a:xfrm>
            <a:off x="623888" y="1709739"/>
            <a:ext cx="7886700" cy="2852737"/>
          </a:xfrm>
        </p:spPr>
        <p:txBody>
          <a:bodyPr anchor="b"/>
          <a:lstStyle>
            <a:lvl1pPr>
              <a:defRPr sz="6000"/>
            </a:lvl1pPr>
          </a:lstStyle>
          <a:p>
            <a:pPr>
              <a:defRPr/>
            </a:pPr>
            <a:r>
              <a:rPr lang="en-US"/>
              <a:t>Click to edit Master title style</a:t>
            </a:r>
            <a:endParaRPr lang="en-US"/>
          </a:p>
        </p:txBody>
      </p:sp>
      <p:sp>
        <p:nvSpPr>
          <p:cNvPr id="567103067" name="Text Placeholder 2"/>
          <p:cNvSpPr>
            <a:spLocks noGrp="1"/>
          </p:cNvSpPr>
          <p:nvPr>
            <p:ph type="body" idx="1"/>
          </p:nvPr>
        </p:nvSpPr>
        <p:spPr bwMode="auto">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en-US"/>
              <a:t>Click to edit Master text styles</a:t>
            </a:r>
            <a:endParaRPr/>
          </a:p>
        </p:txBody>
      </p:sp>
      <p:sp>
        <p:nvSpPr>
          <p:cNvPr id="1943878652" name="Date Placeholder 3"/>
          <p:cNvSpPr>
            <a:spLocks noGrp="1"/>
          </p:cNvSpPr>
          <p:nvPr>
            <p:ph type="dt" sz="half" idx="10"/>
          </p:nvPr>
        </p:nvSpPr>
        <p:spPr bwMode="auto"/>
        <p:txBody>
          <a:bodyPr/>
          <a:lstStyle/>
          <a:p>
            <a:pPr>
              <a:defRPr/>
            </a:pPr>
            <a:fld id="{2F238B13-C2BA-4A7E-BA7B-CBD3B6C3ED32}" type="datetimeFigureOut">
              <a:rPr lang="en-IN"/>
              <a:t>22-04-2025</a:t>
            </a:fld>
            <a:endParaRPr lang="en-IN"/>
          </a:p>
        </p:txBody>
      </p:sp>
      <p:sp>
        <p:nvSpPr>
          <p:cNvPr id="1882228822" name="Footer Placeholder 4"/>
          <p:cNvSpPr>
            <a:spLocks noGrp="1"/>
          </p:cNvSpPr>
          <p:nvPr>
            <p:ph type="ftr" sz="quarter" idx="11"/>
          </p:nvPr>
        </p:nvSpPr>
        <p:spPr bwMode="auto"/>
        <p:txBody>
          <a:bodyPr/>
          <a:lstStyle/>
          <a:p>
            <a:pPr>
              <a:defRPr/>
            </a:pPr>
            <a:endParaRPr lang="en-IN"/>
          </a:p>
        </p:txBody>
      </p:sp>
      <p:sp>
        <p:nvSpPr>
          <p:cNvPr id="1656751137" name="Slide Number Placeholder 5"/>
          <p:cNvSpPr>
            <a:spLocks noGrp="1"/>
          </p:cNvSpPr>
          <p:nvPr>
            <p:ph type="sldNum" sz="quarter" idx="12"/>
          </p:nvPr>
        </p:nvSpPr>
        <p:spPr bwMode="auto"/>
        <p:txBody>
          <a:bodyPr/>
          <a:lstStyle/>
          <a:p>
            <a:pPr>
              <a:defRPr/>
            </a:pPr>
            <a:fld id="{61C07887-3874-4284-A94B-8EAB835A4DA6}" type="slidenum">
              <a:rPr lang="en-IN"/>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951913963" name="Title 1"/>
          <p:cNvSpPr>
            <a:spLocks noGrp="1"/>
          </p:cNvSpPr>
          <p:nvPr>
            <p:ph type="title"/>
          </p:nvPr>
        </p:nvSpPr>
        <p:spPr bwMode="auto"/>
        <p:txBody>
          <a:bodyPr/>
          <a:lstStyle/>
          <a:p>
            <a:pPr>
              <a:defRPr/>
            </a:pPr>
            <a:r>
              <a:rPr lang="en-US"/>
              <a:t>Click to edit Master title style</a:t>
            </a:r>
            <a:endParaRPr lang="en-US"/>
          </a:p>
        </p:txBody>
      </p:sp>
      <p:sp>
        <p:nvSpPr>
          <p:cNvPr id="298547714" name="Content Placeholder 2"/>
          <p:cNvSpPr>
            <a:spLocks noGrp="1"/>
          </p:cNvSpPr>
          <p:nvPr>
            <p:ph sz="half" idx="1"/>
          </p:nvPr>
        </p:nvSpPr>
        <p:spPr bwMode="auto">
          <a:xfrm>
            <a:off x="628650" y="1825625"/>
            <a:ext cx="38862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19184475" name="Content Placeholder 3"/>
          <p:cNvSpPr>
            <a:spLocks noGrp="1"/>
          </p:cNvSpPr>
          <p:nvPr>
            <p:ph sz="half" idx="2"/>
          </p:nvPr>
        </p:nvSpPr>
        <p:spPr bwMode="auto">
          <a:xfrm>
            <a:off x="4629150" y="1825625"/>
            <a:ext cx="38862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94510313" name="Date Placeholder 4"/>
          <p:cNvSpPr>
            <a:spLocks noGrp="1"/>
          </p:cNvSpPr>
          <p:nvPr>
            <p:ph type="dt" sz="half" idx="10"/>
          </p:nvPr>
        </p:nvSpPr>
        <p:spPr bwMode="auto"/>
        <p:txBody>
          <a:bodyPr/>
          <a:lstStyle/>
          <a:p>
            <a:pPr>
              <a:defRPr/>
            </a:pPr>
            <a:fld id="{2F238B13-C2BA-4A7E-BA7B-CBD3B6C3ED32}" type="datetimeFigureOut">
              <a:rPr lang="en-IN"/>
              <a:t>22-04-2025</a:t>
            </a:fld>
            <a:endParaRPr lang="en-IN"/>
          </a:p>
        </p:txBody>
      </p:sp>
      <p:sp>
        <p:nvSpPr>
          <p:cNvPr id="770994106" name="Footer Placeholder 5"/>
          <p:cNvSpPr>
            <a:spLocks noGrp="1"/>
          </p:cNvSpPr>
          <p:nvPr>
            <p:ph type="ftr" sz="quarter" idx="11"/>
          </p:nvPr>
        </p:nvSpPr>
        <p:spPr bwMode="auto"/>
        <p:txBody>
          <a:bodyPr/>
          <a:lstStyle/>
          <a:p>
            <a:pPr>
              <a:defRPr/>
            </a:pPr>
            <a:endParaRPr lang="en-IN"/>
          </a:p>
        </p:txBody>
      </p:sp>
      <p:sp>
        <p:nvSpPr>
          <p:cNvPr id="1928146637" name="Slide Number Placeholder 6"/>
          <p:cNvSpPr>
            <a:spLocks noGrp="1"/>
          </p:cNvSpPr>
          <p:nvPr>
            <p:ph type="sldNum" sz="quarter" idx="12"/>
          </p:nvPr>
        </p:nvSpPr>
        <p:spPr bwMode="auto"/>
        <p:txBody>
          <a:bodyPr/>
          <a:lstStyle/>
          <a:p>
            <a:pPr>
              <a:defRPr/>
            </a:pPr>
            <a:fld id="{61C07887-3874-4284-A94B-8EAB835A4DA6}" type="slidenum">
              <a:rPr lang="en-IN"/>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838253160" name="Title 1"/>
          <p:cNvSpPr>
            <a:spLocks noGrp="1"/>
          </p:cNvSpPr>
          <p:nvPr>
            <p:ph type="title"/>
          </p:nvPr>
        </p:nvSpPr>
        <p:spPr bwMode="auto">
          <a:xfrm>
            <a:off x="629841" y="365126"/>
            <a:ext cx="7886700" cy="1325563"/>
          </a:xfrm>
        </p:spPr>
        <p:txBody>
          <a:bodyPr/>
          <a:lstStyle/>
          <a:p>
            <a:pPr>
              <a:defRPr/>
            </a:pPr>
            <a:r>
              <a:rPr lang="en-US"/>
              <a:t>Click to edit Master title style</a:t>
            </a:r>
            <a:endParaRPr lang="en-US"/>
          </a:p>
        </p:txBody>
      </p:sp>
      <p:sp>
        <p:nvSpPr>
          <p:cNvPr id="1703298029" name="Text Placeholder 2"/>
          <p:cNvSpPr>
            <a:spLocks noGrp="1"/>
          </p:cNvSpPr>
          <p:nvPr>
            <p:ph type="body" idx="1"/>
          </p:nvPr>
        </p:nvSpPr>
        <p:spPr bwMode="auto">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15257565" name="Content Placeholder 3"/>
          <p:cNvSpPr>
            <a:spLocks noGrp="1"/>
          </p:cNvSpPr>
          <p:nvPr>
            <p:ph sz="half" idx="2"/>
          </p:nvPr>
        </p:nvSpPr>
        <p:spPr bwMode="auto">
          <a:xfrm>
            <a:off x="629842" y="2505074"/>
            <a:ext cx="3868340"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17420729" name="Text Placeholder 4"/>
          <p:cNvSpPr>
            <a:spLocks noGrp="1"/>
          </p:cNvSpPr>
          <p:nvPr>
            <p:ph type="body" sz="quarter" idx="3"/>
          </p:nvPr>
        </p:nvSpPr>
        <p:spPr bwMode="auto">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43713160" name="Content Placeholder 5"/>
          <p:cNvSpPr>
            <a:spLocks noGrp="1"/>
          </p:cNvSpPr>
          <p:nvPr>
            <p:ph sz="quarter" idx="4"/>
          </p:nvPr>
        </p:nvSpPr>
        <p:spPr bwMode="auto">
          <a:xfrm>
            <a:off x="4629150" y="2505074"/>
            <a:ext cx="3887391"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08052778" name="Date Placeholder 6"/>
          <p:cNvSpPr>
            <a:spLocks noGrp="1"/>
          </p:cNvSpPr>
          <p:nvPr>
            <p:ph type="dt" sz="half" idx="10"/>
          </p:nvPr>
        </p:nvSpPr>
        <p:spPr bwMode="auto"/>
        <p:txBody>
          <a:bodyPr/>
          <a:lstStyle/>
          <a:p>
            <a:pPr>
              <a:defRPr/>
            </a:pPr>
            <a:fld id="{2F238B13-C2BA-4A7E-BA7B-CBD3B6C3ED32}" type="datetimeFigureOut">
              <a:rPr lang="en-IN"/>
              <a:t>22-04-2025</a:t>
            </a:fld>
            <a:endParaRPr lang="en-IN"/>
          </a:p>
        </p:txBody>
      </p:sp>
      <p:sp>
        <p:nvSpPr>
          <p:cNvPr id="502028926" name="Footer Placeholder 7"/>
          <p:cNvSpPr>
            <a:spLocks noGrp="1"/>
          </p:cNvSpPr>
          <p:nvPr>
            <p:ph type="ftr" sz="quarter" idx="11"/>
          </p:nvPr>
        </p:nvSpPr>
        <p:spPr bwMode="auto"/>
        <p:txBody>
          <a:bodyPr/>
          <a:lstStyle/>
          <a:p>
            <a:pPr>
              <a:defRPr/>
            </a:pPr>
            <a:endParaRPr lang="en-IN"/>
          </a:p>
        </p:txBody>
      </p:sp>
      <p:sp>
        <p:nvSpPr>
          <p:cNvPr id="433784692" name="Slide Number Placeholder 8"/>
          <p:cNvSpPr>
            <a:spLocks noGrp="1"/>
          </p:cNvSpPr>
          <p:nvPr>
            <p:ph type="sldNum" sz="quarter" idx="12"/>
          </p:nvPr>
        </p:nvSpPr>
        <p:spPr bwMode="auto"/>
        <p:txBody>
          <a:bodyPr/>
          <a:lstStyle/>
          <a:p>
            <a:pPr>
              <a:defRPr/>
            </a:pPr>
            <a:fld id="{61C07887-3874-4284-A94B-8EAB835A4DA6}" type="slidenum">
              <a:rPr lang="en-IN"/>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110983930" name="Title 1"/>
          <p:cNvSpPr>
            <a:spLocks noGrp="1"/>
          </p:cNvSpPr>
          <p:nvPr>
            <p:ph type="title"/>
          </p:nvPr>
        </p:nvSpPr>
        <p:spPr bwMode="auto"/>
        <p:txBody>
          <a:bodyPr/>
          <a:lstStyle/>
          <a:p>
            <a:pPr>
              <a:defRPr/>
            </a:pPr>
            <a:r>
              <a:rPr lang="en-US"/>
              <a:t>Click to edit Master title style</a:t>
            </a:r>
            <a:endParaRPr lang="en-US"/>
          </a:p>
        </p:txBody>
      </p:sp>
      <p:sp>
        <p:nvSpPr>
          <p:cNvPr id="729947638" name="Date Placeholder 2"/>
          <p:cNvSpPr>
            <a:spLocks noGrp="1"/>
          </p:cNvSpPr>
          <p:nvPr>
            <p:ph type="dt" sz="half" idx="10"/>
          </p:nvPr>
        </p:nvSpPr>
        <p:spPr bwMode="auto"/>
        <p:txBody>
          <a:bodyPr/>
          <a:lstStyle/>
          <a:p>
            <a:pPr>
              <a:defRPr/>
            </a:pPr>
            <a:fld id="{2F238B13-C2BA-4A7E-BA7B-CBD3B6C3ED32}" type="datetimeFigureOut">
              <a:rPr lang="en-IN"/>
              <a:t>22-04-2025</a:t>
            </a:fld>
            <a:endParaRPr lang="en-IN"/>
          </a:p>
        </p:txBody>
      </p:sp>
      <p:sp>
        <p:nvSpPr>
          <p:cNvPr id="1684587524" name="Footer Placeholder 3"/>
          <p:cNvSpPr>
            <a:spLocks noGrp="1"/>
          </p:cNvSpPr>
          <p:nvPr>
            <p:ph type="ftr" sz="quarter" idx="11"/>
          </p:nvPr>
        </p:nvSpPr>
        <p:spPr bwMode="auto"/>
        <p:txBody>
          <a:bodyPr/>
          <a:lstStyle/>
          <a:p>
            <a:pPr>
              <a:defRPr/>
            </a:pPr>
            <a:endParaRPr lang="en-IN"/>
          </a:p>
        </p:txBody>
      </p:sp>
      <p:sp>
        <p:nvSpPr>
          <p:cNvPr id="1291797636" name="Slide Number Placeholder 4"/>
          <p:cNvSpPr>
            <a:spLocks noGrp="1"/>
          </p:cNvSpPr>
          <p:nvPr>
            <p:ph type="sldNum" sz="quarter" idx="12"/>
          </p:nvPr>
        </p:nvSpPr>
        <p:spPr bwMode="auto"/>
        <p:txBody>
          <a:bodyPr/>
          <a:lstStyle/>
          <a:p>
            <a:pPr>
              <a:defRPr/>
            </a:pPr>
            <a:fld id="{61C07887-3874-4284-A94B-8EAB835A4DA6}" type="slidenum">
              <a:rPr lang="en-IN"/>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550230048" name="Date Placeholder 1"/>
          <p:cNvSpPr>
            <a:spLocks noGrp="1"/>
          </p:cNvSpPr>
          <p:nvPr>
            <p:ph type="dt" sz="half" idx="10"/>
          </p:nvPr>
        </p:nvSpPr>
        <p:spPr bwMode="auto"/>
        <p:txBody>
          <a:bodyPr/>
          <a:lstStyle/>
          <a:p>
            <a:pPr>
              <a:defRPr/>
            </a:pPr>
            <a:fld id="{2F238B13-C2BA-4A7E-BA7B-CBD3B6C3ED32}" type="datetimeFigureOut">
              <a:rPr lang="en-IN"/>
              <a:t>22-04-2025</a:t>
            </a:fld>
            <a:endParaRPr lang="en-IN"/>
          </a:p>
        </p:txBody>
      </p:sp>
      <p:sp>
        <p:nvSpPr>
          <p:cNvPr id="326610068" name="Footer Placeholder 2"/>
          <p:cNvSpPr>
            <a:spLocks noGrp="1"/>
          </p:cNvSpPr>
          <p:nvPr>
            <p:ph type="ftr" sz="quarter" idx="11"/>
          </p:nvPr>
        </p:nvSpPr>
        <p:spPr bwMode="auto"/>
        <p:txBody>
          <a:bodyPr/>
          <a:lstStyle/>
          <a:p>
            <a:pPr>
              <a:defRPr/>
            </a:pPr>
            <a:endParaRPr lang="en-IN"/>
          </a:p>
        </p:txBody>
      </p:sp>
      <p:sp>
        <p:nvSpPr>
          <p:cNvPr id="1505273132" name="Slide Number Placeholder 3"/>
          <p:cNvSpPr>
            <a:spLocks noGrp="1"/>
          </p:cNvSpPr>
          <p:nvPr>
            <p:ph type="sldNum" sz="quarter" idx="12"/>
          </p:nvPr>
        </p:nvSpPr>
        <p:spPr bwMode="auto"/>
        <p:txBody>
          <a:bodyPr/>
          <a:lstStyle/>
          <a:p>
            <a:pPr>
              <a:defRPr/>
            </a:pPr>
            <a:fld id="{61C07887-3874-4284-A94B-8EAB835A4DA6}" type="slidenum">
              <a:rPr lang="en-IN"/>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000888862" name="Title 1"/>
          <p:cNvSpPr>
            <a:spLocks noGrp="1"/>
          </p:cNvSpPr>
          <p:nvPr>
            <p:ph type="title"/>
          </p:nvPr>
        </p:nvSpPr>
        <p:spPr bwMode="auto">
          <a:xfrm>
            <a:off x="629841" y="457200"/>
            <a:ext cx="2949178" cy="1600200"/>
          </a:xfrm>
        </p:spPr>
        <p:txBody>
          <a:bodyPr anchor="b"/>
          <a:lstStyle>
            <a:lvl1pPr>
              <a:defRPr sz="3200"/>
            </a:lvl1pPr>
          </a:lstStyle>
          <a:p>
            <a:pPr>
              <a:defRPr/>
            </a:pPr>
            <a:r>
              <a:rPr lang="en-US"/>
              <a:t>Click to edit Master title style</a:t>
            </a:r>
            <a:endParaRPr lang="en-US"/>
          </a:p>
        </p:txBody>
      </p:sp>
      <p:sp>
        <p:nvSpPr>
          <p:cNvPr id="802265165" name="Content Placeholder 2"/>
          <p:cNvSpPr>
            <a:spLocks noGrp="1"/>
          </p:cNvSpPr>
          <p:nvPr>
            <p:ph idx="1"/>
          </p:nvPr>
        </p:nvSpPr>
        <p:spPr bwMode="auto">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62263194" name="Text Placeholder 3"/>
          <p:cNvSpPr>
            <a:spLocks noGrp="1"/>
          </p:cNvSpPr>
          <p:nvPr>
            <p:ph type="body" sz="half" idx="2"/>
          </p:nvPr>
        </p:nvSpPr>
        <p:spPr bwMode="auto">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054646405" name="Date Placeholder 4"/>
          <p:cNvSpPr>
            <a:spLocks noGrp="1"/>
          </p:cNvSpPr>
          <p:nvPr>
            <p:ph type="dt" sz="half" idx="10"/>
          </p:nvPr>
        </p:nvSpPr>
        <p:spPr bwMode="auto"/>
        <p:txBody>
          <a:bodyPr/>
          <a:lstStyle/>
          <a:p>
            <a:pPr>
              <a:defRPr/>
            </a:pPr>
            <a:fld id="{2F238B13-C2BA-4A7E-BA7B-CBD3B6C3ED32}" type="datetimeFigureOut">
              <a:rPr lang="en-IN"/>
              <a:t>22-04-2025</a:t>
            </a:fld>
            <a:endParaRPr lang="en-IN"/>
          </a:p>
        </p:txBody>
      </p:sp>
      <p:sp>
        <p:nvSpPr>
          <p:cNvPr id="2076766413" name="Footer Placeholder 5"/>
          <p:cNvSpPr>
            <a:spLocks noGrp="1"/>
          </p:cNvSpPr>
          <p:nvPr>
            <p:ph type="ftr" sz="quarter" idx="11"/>
          </p:nvPr>
        </p:nvSpPr>
        <p:spPr bwMode="auto"/>
        <p:txBody>
          <a:bodyPr/>
          <a:lstStyle/>
          <a:p>
            <a:pPr>
              <a:defRPr/>
            </a:pPr>
            <a:endParaRPr lang="en-IN"/>
          </a:p>
        </p:txBody>
      </p:sp>
      <p:sp>
        <p:nvSpPr>
          <p:cNvPr id="358110772" name="Slide Number Placeholder 6"/>
          <p:cNvSpPr>
            <a:spLocks noGrp="1"/>
          </p:cNvSpPr>
          <p:nvPr>
            <p:ph type="sldNum" sz="quarter" idx="12"/>
          </p:nvPr>
        </p:nvSpPr>
        <p:spPr bwMode="auto"/>
        <p:txBody>
          <a:bodyPr/>
          <a:lstStyle/>
          <a:p>
            <a:pPr>
              <a:defRPr/>
            </a:pPr>
            <a:fld id="{61C07887-3874-4284-A94B-8EAB835A4DA6}" type="slidenum">
              <a:rPr lang="en-IN"/>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746483100" name="Title 1"/>
          <p:cNvSpPr>
            <a:spLocks noGrp="1"/>
          </p:cNvSpPr>
          <p:nvPr>
            <p:ph type="title"/>
          </p:nvPr>
        </p:nvSpPr>
        <p:spPr bwMode="auto">
          <a:xfrm>
            <a:off x="629841" y="457200"/>
            <a:ext cx="2949178" cy="1600200"/>
          </a:xfrm>
        </p:spPr>
        <p:txBody>
          <a:bodyPr anchor="b"/>
          <a:lstStyle>
            <a:lvl1pPr>
              <a:defRPr sz="3200"/>
            </a:lvl1pPr>
          </a:lstStyle>
          <a:p>
            <a:pPr>
              <a:defRPr/>
            </a:pPr>
            <a:r>
              <a:rPr lang="en-US"/>
              <a:t>Click to edit Master title style</a:t>
            </a:r>
            <a:endParaRPr lang="en-US"/>
          </a:p>
        </p:txBody>
      </p:sp>
      <p:sp>
        <p:nvSpPr>
          <p:cNvPr id="738023032" name="Picture Placeholder 2"/>
          <p:cNvSpPr>
            <a:spLocks noChangeAspect="1" noGrp="1"/>
          </p:cNvSpPr>
          <p:nvPr>
            <p:ph type="pic" idx="1"/>
          </p:nvPr>
        </p:nvSpPr>
        <p:spPr bwMode="auto">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801359895" name="Text Placeholder 3"/>
          <p:cNvSpPr>
            <a:spLocks noGrp="1"/>
          </p:cNvSpPr>
          <p:nvPr>
            <p:ph type="body" sz="half" idx="2"/>
          </p:nvPr>
        </p:nvSpPr>
        <p:spPr bwMode="auto">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774173021" name="Date Placeholder 4"/>
          <p:cNvSpPr>
            <a:spLocks noGrp="1"/>
          </p:cNvSpPr>
          <p:nvPr>
            <p:ph type="dt" sz="half" idx="10"/>
          </p:nvPr>
        </p:nvSpPr>
        <p:spPr bwMode="auto"/>
        <p:txBody>
          <a:bodyPr/>
          <a:lstStyle/>
          <a:p>
            <a:pPr>
              <a:defRPr/>
            </a:pPr>
            <a:fld id="{2F238B13-C2BA-4A7E-BA7B-CBD3B6C3ED32}" type="datetimeFigureOut">
              <a:rPr lang="en-IN"/>
              <a:t>22-04-2025</a:t>
            </a:fld>
            <a:endParaRPr lang="en-IN"/>
          </a:p>
        </p:txBody>
      </p:sp>
      <p:sp>
        <p:nvSpPr>
          <p:cNvPr id="1046589475" name="Footer Placeholder 5"/>
          <p:cNvSpPr>
            <a:spLocks noGrp="1"/>
          </p:cNvSpPr>
          <p:nvPr>
            <p:ph type="ftr" sz="quarter" idx="11"/>
          </p:nvPr>
        </p:nvSpPr>
        <p:spPr bwMode="auto"/>
        <p:txBody>
          <a:bodyPr/>
          <a:lstStyle/>
          <a:p>
            <a:pPr>
              <a:defRPr/>
            </a:pPr>
            <a:endParaRPr lang="en-IN"/>
          </a:p>
        </p:txBody>
      </p:sp>
      <p:sp>
        <p:nvSpPr>
          <p:cNvPr id="238068143" name="Slide Number Placeholder 6"/>
          <p:cNvSpPr>
            <a:spLocks noGrp="1"/>
          </p:cNvSpPr>
          <p:nvPr>
            <p:ph type="sldNum" sz="quarter" idx="12"/>
          </p:nvPr>
        </p:nvSpPr>
        <p:spPr bwMode="auto"/>
        <p:txBody>
          <a:bodyPr/>
          <a:lstStyle/>
          <a:p>
            <a:pPr>
              <a:defRPr/>
            </a:pPr>
            <a:fld id="{61C07887-3874-4284-A94B-8EAB835A4DA6}" type="slidenum">
              <a:rPr lang="en-IN"/>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245466119" name="Title 1"/>
          <p:cNvSpPr>
            <a:spLocks noGrp="1"/>
          </p:cNvSpPr>
          <p:nvPr>
            <p:ph type="title"/>
          </p:nvPr>
        </p:nvSpPr>
        <p:spPr bwMode="auto"/>
        <p:txBody>
          <a:bodyPr/>
          <a:lstStyle/>
          <a:p>
            <a:pPr>
              <a:defRPr/>
            </a:pPr>
            <a:r>
              <a:rPr lang="en-US"/>
              <a:t>Click to edit Master title style</a:t>
            </a:r>
            <a:endParaRPr lang="en-US"/>
          </a:p>
        </p:txBody>
      </p:sp>
      <p:sp>
        <p:nvSpPr>
          <p:cNvPr id="154409064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10047545" name="Date Placeholder 3"/>
          <p:cNvSpPr>
            <a:spLocks noGrp="1"/>
          </p:cNvSpPr>
          <p:nvPr>
            <p:ph type="dt" sz="half" idx="10"/>
          </p:nvPr>
        </p:nvSpPr>
        <p:spPr bwMode="auto"/>
        <p:txBody>
          <a:bodyPr/>
          <a:lstStyle/>
          <a:p>
            <a:pPr>
              <a:defRPr/>
            </a:pPr>
            <a:fld id="{2F238B13-C2BA-4A7E-BA7B-CBD3B6C3ED32}" type="datetimeFigureOut">
              <a:rPr lang="en-IN"/>
              <a:t>22-04-2025</a:t>
            </a:fld>
            <a:endParaRPr lang="en-IN"/>
          </a:p>
        </p:txBody>
      </p:sp>
      <p:sp>
        <p:nvSpPr>
          <p:cNvPr id="1986291322" name="Footer Placeholder 4"/>
          <p:cNvSpPr>
            <a:spLocks noGrp="1"/>
          </p:cNvSpPr>
          <p:nvPr>
            <p:ph type="ftr" sz="quarter" idx="11"/>
          </p:nvPr>
        </p:nvSpPr>
        <p:spPr bwMode="auto"/>
        <p:txBody>
          <a:bodyPr/>
          <a:lstStyle/>
          <a:p>
            <a:pPr>
              <a:defRPr/>
            </a:pPr>
            <a:endParaRPr lang="en-IN"/>
          </a:p>
        </p:txBody>
      </p:sp>
      <p:sp>
        <p:nvSpPr>
          <p:cNvPr id="2134429319" name="Slide Number Placeholder 5"/>
          <p:cNvSpPr>
            <a:spLocks noGrp="1"/>
          </p:cNvSpPr>
          <p:nvPr>
            <p:ph type="sldNum" sz="quarter" idx="12"/>
          </p:nvPr>
        </p:nvSpPr>
        <p:spPr bwMode="auto"/>
        <p:txBody>
          <a:bodyPr/>
          <a:lstStyle/>
          <a:p>
            <a:pPr>
              <a:defRPr/>
            </a:pPr>
            <a:fld id="{61C07887-3874-4284-A94B-8EAB835A4DA6}" type="slidenum">
              <a:rPr lang="en-IN"/>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759973437" name="Vertical Title 1"/>
          <p:cNvSpPr>
            <a:spLocks noGrp="1"/>
          </p:cNvSpPr>
          <p:nvPr>
            <p:ph type="title" orient="vert"/>
          </p:nvPr>
        </p:nvSpPr>
        <p:spPr bwMode="auto">
          <a:xfrm>
            <a:off x="6543675" y="365125"/>
            <a:ext cx="1971675" cy="5811838"/>
          </a:xfrm>
        </p:spPr>
        <p:txBody>
          <a:bodyPr vert="eaVert"/>
          <a:lstStyle/>
          <a:p>
            <a:pPr>
              <a:defRPr/>
            </a:pPr>
            <a:r>
              <a:rPr lang="en-US"/>
              <a:t>Click to edit Master title style</a:t>
            </a:r>
            <a:endParaRPr lang="en-US"/>
          </a:p>
        </p:txBody>
      </p:sp>
      <p:sp>
        <p:nvSpPr>
          <p:cNvPr id="1016052687" name="Vertical Text Placeholder 2"/>
          <p:cNvSpPr>
            <a:spLocks noGrp="1"/>
          </p:cNvSpPr>
          <p:nvPr>
            <p:ph type="body" orient="vert" idx="1"/>
          </p:nvPr>
        </p:nvSpPr>
        <p:spPr bwMode="auto">
          <a:xfrm>
            <a:off x="628650" y="365125"/>
            <a:ext cx="5800725"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34182525" name="Date Placeholder 3"/>
          <p:cNvSpPr>
            <a:spLocks noGrp="1"/>
          </p:cNvSpPr>
          <p:nvPr>
            <p:ph type="dt" sz="half" idx="10"/>
          </p:nvPr>
        </p:nvSpPr>
        <p:spPr bwMode="auto"/>
        <p:txBody>
          <a:bodyPr/>
          <a:lstStyle/>
          <a:p>
            <a:pPr>
              <a:defRPr/>
            </a:pPr>
            <a:fld id="{2F238B13-C2BA-4A7E-BA7B-CBD3B6C3ED32}" type="datetimeFigureOut">
              <a:rPr lang="en-IN"/>
              <a:t>22-04-2025</a:t>
            </a:fld>
            <a:endParaRPr lang="en-IN"/>
          </a:p>
        </p:txBody>
      </p:sp>
      <p:sp>
        <p:nvSpPr>
          <p:cNvPr id="161370856" name="Footer Placeholder 4"/>
          <p:cNvSpPr>
            <a:spLocks noGrp="1"/>
          </p:cNvSpPr>
          <p:nvPr>
            <p:ph type="ftr" sz="quarter" idx="11"/>
          </p:nvPr>
        </p:nvSpPr>
        <p:spPr bwMode="auto"/>
        <p:txBody>
          <a:bodyPr/>
          <a:lstStyle/>
          <a:p>
            <a:pPr>
              <a:defRPr/>
            </a:pPr>
            <a:endParaRPr lang="en-IN"/>
          </a:p>
        </p:txBody>
      </p:sp>
      <p:sp>
        <p:nvSpPr>
          <p:cNvPr id="768800500" name="Slide Number Placeholder 5"/>
          <p:cNvSpPr>
            <a:spLocks noGrp="1"/>
          </p:cNvSpPr>
          <p:nvPr>
            <p:ph type="sldNum" sz="quarter" idx="12"/>
          </p:nvPr>
        </p:nvSpPr>
        <p:spPr bwMode="auto"/>
        <p:txBody>
          <a:bodyPr/>
          <a:lstStyle/>
          <a:p>
            <a:pPr>
              <a:defRPr/>
            </a:pPr>
            <a:fld id="{61C07887-3874-4284-A94B-8EAB835A4DA6}" type="slidenum">
              <a:rPr lang="en-IN"/>
              <a:t>‹#›</a:t>
            </a:fld>
            <a:endParaRPr lang="en-IN"/>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944979778" name="Title Placeholder 1"/>
          <p:cNvSpPr>
            <a:spLocks noGrp="1"/>
          </p:cNvSpPr>
          <p:nvPr>
            <p:ph type="title"/>
          </p:nvPr>
        </p:nvSpPr>
        <p:spPr bwMode="auto">
          <a:xfrm>
            <a:off x="628650" y="365126"/>
            <a:ext cx="78867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2003598089" name="Text Placeholder 2"/>
          <p:cNvSpPr>
            <a:spLocks noGrp="1"/>
          </p:cNvSpPr>
          <p:nvPr>
            <p:ph type="body" idx="1"/>
          </p:nvPr>
        </p:nvSpPr>
        <p:spPr bwMode="auto">
          <a:xfrm>
            <a:off x="628650" y="1825625"/>
            <a:ext cx="78867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95804347" name="Date Placeholder 3"/>
          <p:cNvSpPr>
            <a:spLocks noGrp="1"/>
          </p:cNvSpPr>
          <p:nvPr>
            <p:ph type="dt" sz="half" idx="2"/>
          </p:nvPr>
        </p:nvSpPr>
        <p:spPr bwMode="auto">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a:defRPr/>
            </a:pPr>
            <a:fld id="{2F238B13-C2BA-4A7E-BA7B-CBD3B6C3ED32}" type="datetimeFigureOut">
              <a:rPr lang="en-IN"/>
              <a:t>22-04-2025</a:t>
            </a:fld>
            <a:endParaRPr lang="en-IN"/>
          </a:p>
        </p:txBody>
      </p:sp>
      <p:sp>
        <p:nvSpPr>
          <p:cNvPr id="754910326" name="Footer Placeholder 4"/>
          <p:cNvSpPr>
            <a:spLocks noGrp="1"/>
          </p:cNvSpPr>
          <p:nvPr>
            <p:ph type="ftr" sz="quarter" idx="3"/>
          </p:nvPr>
        </p:nvSpPr>
        <p:spPr bwMode="auto">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defRPr/>
            </a:pPr>
            <a:endParaRPr lang="en-IN"/>
          </a:p>
        </p:txBody>
      </p:sp>
      <p:sp>
        <p:nvSpPr>
          <p:cNvPr id="1291668233" name="Slide Number Placeholder 5"/>
          <p:cNvSpPr>
            <a:spLocks noGrp="1"/>
          </p:cNvSpPr>
          <p:nvPr>
            <p:ph type="sldNum" sz="quarter" idx="4"/>
          </p:nvPr>
        </p:nvSpPr>
        <p:spPr bwMode="auto">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defRPr/>
            </a:pPr>
            <a:fld id="{61C07887-3874-4284-A94B-8EAB835A4DA6}" type="slidenum">
              <a:rPr lang="en-IN"/>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6222409" name="Title 1"/>
          <p:cNvSpPr>
            <a:spLocks noGrp="1"/>
          </p:cNvSpPr>
          <p:nvPr>
            <p:ph type="ctrTitle"/>
          </p:nvPr>
        </p:nvSpPr>
        <p:spPr bwMode="auto"/>
        <p:txBody>
          <a:bodyPr/>
          <a:lstStyle/>
          <a:p>
            <a:pPr>
              <a:defRPr/>
            </a:pPr>
            <a:r>
              <a:rPr lang="en-US"/>
              <a:t>Exception Handling in Python</a:t>
            </a:r>
            <a:endParaRPr lang="en-IN"/>
          </a:p>
        </p:txBody>
      </p:sp>
      <p:pic>
        <p:nvPicPr>
          <p:cNvPr id="1021648317" name="Picture 4"/>
          <p:cNvPicPr>
            <a:picLocks noChangeAspect="1"/>
          </p:cNvPicPr>
          <p:nvPr/>
        </p:nvPicPr>
        <p:blipFill rotWithShape="1">
          <a:blip r:embed="rId3"/>
          <a:stretch/>
        </p:blipFill>
        <p:spPr bwMode="auto">
          <a:xfrm>
            <a:off x="685800" y="541246"/>
            <a:ext cx="7747686" cy="9461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7958459" name="Title 1"/>
          <p:cNvSpPr>
            <a:spLocks noGrp="1"/>
          </p:cNvSpPr>
          <p:nvPr>
            <p:ph type="title"/>
          </p:nvPr>
        </p:nvSpPr>
        <p:spPr bwMode="auto"/>
        <p:txBody>
          <a:bodyPr/>
          <a:lstStyle/>
          <a:p>
            <a:pPr>
              <a:defRPr/>
            </a:pPr>
            <a:r>
              <a:rPr lang="en-US"/>
              <a:t>Background</a:t>
            </a:r>
            <a:endParaRPr lang="en-IN"/>
          </a:p>
        </p:txBody>
      </p:sp>
      <p:sp>
        <p:nvSpPr>
          <p:cNvPr id="1251802353" name="Content Placeholder 2"/>
          <p:cNvSpPr>
            <a:spLocks noGrp="1"/>
          </p:cNvSpPr>
          <p:nvPr>
            <p:ph idx="1"/>
          </p:nvPr>
        </p:nvSpPr>
        <p:spPr bwMode="auto"/>
        <p:txBody>
          <a:bodyPr>
            <a:normAutofit fontScale="92500" lnSpcReduction="20000"/>
          </a:bodyPr>
          <a:lstStyle/>
          <a:p>
            <a:pPr>
              <a:defRPr/>
            </a:pPr>
            <a:r>
              <a:rPr lang="en-US"/>
              <a:t>An exception is a Python object that represents an error</a:t>
            </a:r>
            <a:endParaRPr/>
          </a:p>
          <a:p>
            <a:pPr>
              <a:defRPr/>
            </a:pPr>
            <a:r>
              <a:rPr lang="en-US"/>
              <a:t>When a function raises an exception, the function must either handle the exception immediately or terminate.</a:t>
            </a:r>
            <a:endParaRPr/>
          </a:p>
          <a:p>
            <a:pPr>
              <a:defRPr/>
            </a:pPr>
            <a:r>
              <a:rPr lang="en-US"/>
              <a:t> If the function doesn’t handle the exception, the caller may handle it. </a:t>
            </a:r>
            <a:endParaRPr/>
          </a:p>
          <a:p>
            <a:pPr>
              <a:defRPr/>
            </a:pPr>
            <a:r>
              <a:rPr lang="en-US"/>
              <a:t>If not, the caller also terminates immediately as well.</a:t>
            </a:r>
            <a:endParaRPr/>
          </a:p>
          <a:p>
            <a:pPr>
              <a:defRPr/>
            </a:pPr>
            <a:r>
              <a:rPr lang="en-US"/>
              <a:t> The exception propagates up the call-stack until someone handles the error. If nobody catches the exception, the whole program terminates.</a:t>
            </a:r>
            <a:endParaRPr lang="en-IN"/>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0631833" name="Title 1"/>
          <p:cNvSpPr>
            <a:spLocks noGrp="1"/>
          </p:cNvSpPr>
          <p:nvPr>
            <p:ph type="title"/>
          </p:nvPr>
        </p:nvSpPr>
        <p:spPr bwMode="auto"/>
        <p:txBody>
          <a:bodyPr/>
          <a:lstStyle/>
          <a:p>
            <a:pPr>
              <a:defRPr/>
            </a:pPr>
            <a:r>
              <a:rPr lang="en-US"/>
              <a:t>Handling an Exception</a:t>
            </a:r>
            <a:endParaRPr lang="en-IN"/>
          </a:p>
        </p:txBody>
      </p:sp>
      <p:sp>
        <p:nvSpPr>
          <p:cNvPr id="1456298221" name="Content Placeholder 2"/>
          <p:cNvSpPr>
            <a:spLocks noGrp="1"/>
          </p:cNvSpPr>
          <p:nvPr>
            <p:ph idx="1"/>
          </p:nvPr>
        </p:nvSpPr>
        <p:spPr bwMode="auto">
          <a:xfrm>
            <a:off x="628650" y="1511808"/>
            <a:ext cx="7886700" cy="4981066"/>
          </a:xfrm>
        </p:spPr>
        <p:txBody>
          <a:bodyPr>
            <a:normAutofit fontScale="92500" lnSpcReduction="10000"/>
          </a:bodyPr>
          <a:lstStyle/>
          <a:p>
            <a:pPr>
              <a:defRPr/>
            </a:pPr>
            <a:r>
              <a:rPr lang="en-US"/>
              <a:t>If you have some “suspicious” code that may raise an exception, you can defend your program by placing the suspicious code in a try: block.</a:t>
            </a:r>
            <a:endParaRPr/>
          </a:p>
          <a:p>
            <a:pPr>
              <a:defRPr/>
            </a:pPr>
            <a:r>
              <a:rPr lang="en-US"/>
              <a:t>After the try: block, include an except statement, followed by a block of code which handles the problem</a:t>
            </a:r>
            <a:endParaRPr/>
          </a:p>
          <a:p>
            <a:pPr>
              <a:defRPr/>
            </a:pPr>
            <a:r>
              <a:rPr lang="en-US"/>
              <a:t>An exception can have an argument, which is a value that gives additional information about the problem. The contents (and even the type) of the argument vary by exception</a:t>
            </a:r>
            <a:endParaRPr/>
          </a:p>
          <a:p>
            <a:pPr>
              <a:defRPr/>
            </a:pPr>
            <a:r>
              <a:rPr lang="en-US"/>
              <a:t>You capture an exception’s argument by supplying a variable in the except clause: except </a:t>
            </a:r>
            <a:r>
              <a:rPr lang="en-US"/>
              <a:t>ExceptionType</a:t>
            </a:r>
            <a:r>
              <a:rPr lang="en-US"/>
              <a:t>, </a:t>
            </a:r>
            <a:r>
              <a:rPr lang="en-US"/>
              <a:t>ArgumentVariable</a:t>
            </a:r>
            <a:endParaRPr lang="en-IN"/>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9238613" name="Title 1"/>
          <p:cNvSpPr>
            <a:spLocks noGrp="1"/>
          </p:cNvSpPr>
          <p:nvPr>
            <p:ph type="title"/>
          </p:nvPr>
        </p:nvSpPr>
        <p:spPr bwMode="auto"/>
        <p:txBody>
          <a:bodyPr/>
          <a:lstStyle/>
          <a:p>
            <a:pPr>
              <a:defRPr/>
            </a:pPr>
            <a:endParaRPr/>
          </a:p>
        </p:txBody>
      </p:sp>
      <p:sp>
        <p:nvSpPr>
          <p:cNvPr id="1711893884" name="Content Placeholder 2"/>
          <p:cNvSpPr>
            <a:spLocks noGrp="1"/>
          </p:cNvSpPr>
          <p:nvPr>
            <p:ph idx="1"/>
          </p:nvPr>
        </p:nvSpPr>
        <p:spPr bwMode="auto"/>
        <p:txBody>
          <a:bodyPr/>
          <a:lstStyle/>
          <a:p>
            <a:pPr>
              <a:defRPr/>
            </a:pPr>
            <a:r>
              <a:rPr lang="en-US" sz="2800" b="0" i="0" u="none" strike="noStrike" cap="none" spc="0">
                <a:solidFill>
                  <a:schemeClr val="tx1"/>
                </a:solidFill>
                <a:latin typeface="Aptos"/>
                <a:ea typeface="Aptos"/>
                <a:cs typeface="Aptos"/>
              </a:rPr>
              <a:t>try:</a:t>
            </a:r>
            <a:endParaRPr lang="en-US" sz="2800" b="0" i="0" u="none" strike="noStrike" cap="none" spc="0">
              <a:solidFill>
                <a:schemeClr val="tx1"/>
              </a:solidFill>
              <a:latin typeface="Aptos"/>
              <a:cs typeface="Aptos"/>
            </a:endParaRPr>
          </a:p>
          <a:p>
            <a:pPr marL="0" indent="0">
              <a:buFont typeface="Arial"/>
              <a:buNone/>
              <a:defRPr/>
            </a:pPr>
            <a:r>
              <a:rPr lang="en-US" sz="2800" b="0" i="0" u="none" strike="noStrike" cap="none" spc="0">
                <a:solidFill>
                  <a:schemeClr val="tx1"/>
                </a:solidFill>
                <a:latin typeface="Aptos"/>
                <a:ea typeface="Aptos"/>
                <a:cs typeface="Aptos"/>
              </a:rPr>
              <a:t>   a = 10</a:t>
            </a:r>
            <a:endParaRPr lang="en-US" sz="2800" b="0" i="0" u="none" strike="noStrike" cap="none" spc="0">
              <a:solidFill>
                <a:schemeClr val="tx1"/>
              </a:solidFill>
              <a:latin typeface="Aptos"/>
              <a:cs typeface="Aptos"/>
            </a:endParaRPr>
          </a:p>
          <a:p>
            <a:pPr marL="0" indent="0">
              <a:buFont typeface="Arial"/>
              <a:buNone/>
              <a:defRPr/>
            </a:pPr>
            <a:r>
              <a:rPr lang="en-US" sz="2800" b="0" i="0" u="none" strike="noStrike" cap="none" spc="0">
                <a:solidFill>
                  <a:schemeClr val="tx1"/>
                </a:solidFill>
                <a:latin typeface="Aptos"/>
                <a:ea typeface="Aptos"/>
                <a:cs typeface="Aptos"/>
              </a:rPr>
              <a:t>    b = 0</a:t>
            </a:r>
            <a:endParaRPr lang="en-US" sz="2800" b="0" i="0" u="none" strike="noStrike" cap="none" spc="0">
              <a:solidFill>
                <a:schemeClr val="tx1"/>
              </a:solidFill>
              <a:latin typeface="Aptos"/>
              <a:cs typeface="Aptos"/>
            </a:endParaRPr>
          </a:p>
          <a:p>
            <a:pPr marL="0" indent="0">
              <a:buFont typeface="Arial"/>
              <a:buNone/>
              <a:defRPr/>
            </a:pPr>
            <a:r>
              <a:rPr lang="en-US" sz="2800" b="0" i="0" u="none" strike="noStrike" cap="none" spc="0">
                <a:solidFill>
                  <a:schemeClr val="tx1"/>
                </a:solidFill>
                <a:latin typeface="Aptos"/>
                <a:ea typeface="Aptos"/>
                <a:cs typeface="Aptos"/>
              </a:rPr>
              <a:t>    result = a / b</a:t>
            </a:r>
            <a:endParaRPr lang="en-US" sz="2800" b="0" i="0" u="none" strike="noStrike" cap="none" spc="0">
              <a:solidFill>
                <a:schemeClr val="tx1"/>
              </a:solidFill>
              <a:latin typeface="Aptos"/>
              <a:cs typeface="Aptos"/>
            </a:endParaRPr>
          </a:p>
          <a:p>
            <a:pPr marL="0" indent="0">
              <a:buFont typeface="Arial"/>
              <a:buNone/>
              <a:defRPr/>
            </a:pPr>
            <a:r>
              <a:rPr lang="en-US" sz="2800" b="0" i="0" u="none" strike="noStrike" cap="none" spc="0">
                <a:solidFill>
                  <a:schemeClr val="tx1"/>
                </a:solidFill>
                <a:latin typeface="Aptos"/>
                <a:ea typeface="Aptos"/>
                <a:cs typeface="Aptos"/>
              </a:rPr>
              <a:t>    print(result)</a:t>
            </a:r>
            <a:endParaRPr lang="en-US" sz="2800" b="0" i="0" u="none" strike="noStrike" cap="none" spc="0">
              <a:solidFill>
                <a:schemeClr val="tx1"/>
              </a:solidFill>
              <a:latin typeface="Aptos"/>
              <a:cs typeface="Aptos"/>
            </a:endParaRPr>
          </a:p>
          <a:p>
            <a:pPr>
              <a:defRPr/>
            </a:pPr>
            <a:endParaRPr lang="en-US" sz="2800" b="0" i="0" u="none" strike="noStrike" cap="none" spc="0">
              <a:solidFill>
                <a:schemeClr val="tx1"/>
              </a:solidFill>
              <a:latin typeface="Aptos"/>
              <a:cs typeface="Aptos"/>
            </a:endParaRPr>
          </a:p>
          <a:p>
            <a:pPr marL="0" indent="0">
              <a:buFont typeface="Arial"/>
              <a:buNone/>
              <a:defRPr/>
            </a:pPr>
            <a:r>
              <a:rPr lang="en-US" sz="2800" b="0" i="0" u="none" strike="noStrike" cap="none" spc="0">
                <a:solidFill>
                  <a:schemeClr val="tx1"/>
                </a:solidFill>
                <a:latin typeface="Aptos"/>
                <a:ea typeface="Aptos"/>
                <a:cs typeface="Aptos"/>
              </a:rPr>
              <a:t>except ZeroDivisionError:</a:t>
            </a:r>
            <a:endParaRPr lang="en-US" sz="2800" b="0" i="0" u="none" strike="noStrike" cap="none" spc="0">
              <a:solidFill>
                <a:schemeClr val="tx1"/>
              </a:solidFill>
              <a:latin typeface="Aptos"/>
              <a:cs typeface="Aptos"/>
            </a:endParaRPr>
          </a:p>
          <a:p>
            <a:pPr>
              <a:defRPr/>
            </a:pPr>
            <a:r>
              <a:rPr lang="en-US" sz="2800" b="0" i="0" u="none" strike="noStrike" cap="none" spc="0">
                <a:solidFill>
                  <a:schemeClr val="tx1"/>
                </a:solidFill>
                <a:latin typeface="Aptos"/>
                <a:ea typeface="Aptos"/>
                <a:cs typeface="Aptos"/>
              </a:rPr>
              <a:t>    print("Cannot divide a number by zero.")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49910038" name="Title 1"/>
          <p:cNvSpPr>
            <a:spLocks noGrp="1"/>
          </p:cNvSpPr>
          <p:nvPr>
            <p:ph type="title"/>
          </p:nvPr>
        </p:nvSpPr>
        <p:spPr bwMode="auto"/>
        <p:txBody>
          <a:bodyPr/>
          <a:lstStyle/>
          <a:p>
            <a:pPr>
              <a:defRPr/>
            </a:pPr>
            <a:endParaRPr/>
          </a:p>
        </p:txBody>
      </p:sp>
      <p:sp>
        <p:nvSpPr>
          <p:cNvPr id="99888493"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defRPr/>
            </a:pPr>
            <a:r>
              <a:rPr lang="en-US" sz="2800" b="0" i="0" u="none" strike="noStrike" cap="none" spc="0">
                <a:solidFill>
                  <a:schemeClr val="tx1"/>
                </a:solidFill>
                <a:latin typeface="Aptos"/>
                <a:ea typeface="Aptos"/>
                <a:cs typeface="Aptos"/>
              </a:rPr>
              <a:t>try:</a:t>
            </a:r>
            <a:endParaRPr lang="en-US" sz="2800" b="0" i="0" u="none" strike="noStrike" cap="none" spc="0">
              <a:solidFill>
                <a:schemeClr val="tx1"/>
              </a:solidFill>
              <a:latin typeface="Aptos"/>
              <a:cs typeface="Aptos"/>
            </a:endParaRPr>
          </a:p>
          <a:p>
            <a:pPr marL="0" indent="0">
              <a:buFont typeface="Arial"/>
              <a:buNone/>
              <a:defRPr/>
            </a:pPr>
            <a:r>
              <a:rPr lang="en-US" sz="2800" b="0" i="0" u="none" strike="noStrike" cap="none" spc="0">
                <a:solidFill>
                  <a:schemeClr val="tx1"/>
                </a:solidFill>
                <a:latin typeface="Aptos"/>
                <a:ea typeface="Aptos"/>
                <a:cs typeface="Aptos"/>
              </a:rPr>
              <a:t>    num = int(input("Enter a number: "))</a:t>
            </a:r>
            <a:endParaRPr lang="en-US" sz="2800" b="0" i="0" u="none" strike="noStrike" cap="none" spc="0">
              <a:solidFill>
                <a:schemeClr val="tx1"/>
              </a:solidFill>
              <a:latin typeface="Aptos"/>
              <a:cs typeface="Aptos"/>
            </a:endParaRPr>
          </a:p>
          <a:p>
            <a:pPr marL="0" indent="0">
              <a:buFont typeface="Arial"/>
              <a:buNone/>
              <a:defRPr/>
            </a:pPr>
            <a:r>
              <a:rPr lang="en-US" sz="2800" b="0" i="0" u="none" strike="noStrike" cap="none" spc="0">
                <a:solidFill>
                  <a:schemeClr val="tx1"/>
                </a:solidFill>
                <a:latin typeface="Aptos"/>
                <a:ea typeface="Aptos"/>
                <a:cs typeface="Aptos"/>
              </a:rPr>
              <a:t>    result = 100 / num</a:t>
            </a:r>
            <a:endParaRPr lang="en-US" sz="2800" b="0" i="0" u="none" strike="noStrike" cap="none" spc="0">
              <a:solidFill>
                <a:schemeClr val="tx1"/>
              </a:solidFill>
              <a:latin typeface="Aptos"/>
              <a:cs typeface="Aptos"/>
            </a:endParaRPr>
          </a:p>
          <a:p>
            <a:pPr marL="0" indent="0">
              <a:buFont typeface="Arial"/>
              <a:buNone/>
              <a:defRPr/>
            </a:pPr>
            <a:r>
              <a:rPr lang="en-US" sz="2800" b="0" i="0" u="none" strike="noStrike" cap="none" spc="0">
                <a:solidFill>
                  <a:schemeClr val="tx1"/>
                </a:solidFill>
                <a:latin typeface="Aptos"/>
                <a:ea typeface="Aptos"/>
                <a:cs typeface="Aptos"/>
              </a:rPr>
              <a:t>    print("Result:", result)</a:t>
            </a:r>
            <a:endParaRPr lang="en-US" sz="2800" b="0" i="0" u="none" strike="noStrike" cap="none" spc="0">
              <a:solidFill>
                <a:schemeClr val="tx1"/>
              </a:solidFill>
              <a:latin typeface="Aptos"/>
              <a:cs typeface="Aptos"/>
            </a:endParaRPr>
          </a:p>
          <a:p>
            <a:pPr marL="0" indent="0">
              <a:buFont typeface="Arial"/>
              <a:buNone/>
              <a:defRPr/>
            </a:pPr>
            <a:endParaRPr lang="en-US" sz="2800" b="0" i="0" u="none" strike="noStrike" cap="none" spc="0">
              <a:solidFill>
                <a:schemeClr val="tx1"/>
              </a:solidFill>
              <a:latin typeface="Aptos"/>
              <a:cs typeface="Aptos"/>
            </a:endParaRPr>
          </a:p>
          <a:p>
            <a:pPr>
              <a:defRPr/>
            </a:pPr>
            <a:r>
              <a:rPr lang="en-US" sz="2800" b="0" i="0" u="none" strike="noStrike" cap="none" spc="0">
                <a:solidFill>
                  <a:schemeClr val="tx1"/>
                </a:solidFill>
                <a:latin typeface="Aptos"/>
                <a:ea typeface="Aptos"/>
                <a:cs typeface="Aptos"/>
              </a:rPr>
              <a:t>except ValueError:</a:t>
            </a:r>
            <a:endParaRPr lang="en-US" sz="2800" b="0" i="0" u="none" strike="noStrike" cap="none" spc="0">
              <a:solidFill>
                <a:schemeClr val="tx1"/>
              </a:solidFill>
              <a:latin typeface="Aptos"/>
              <a:cs typeface="Aptos"/>
            </a:endParaRPr>
          </a:p>
          <a:p>
            <a:pPr>
              <a:defRPr/>
            </a:pPr>
            <a:r>
              <a:rPr lang="en-US" sz="2800" b="0" i="0" u="none" strike="noStrike" cap="none" spc="0">
                <a:solidFill>
                  <a:schemeClr val="tx1"/>
                </a:solidFill>
                <a:latin typeface="Aptos"/>
                <a:ea typeface="Aptos"/>
                <a:cs typeface="Aptos"/>
              </a:rPr>
              <a:t>    print("Please enter a valid number.")</a:t>
            </a:r>
            <a:endParaRPr lang="en-US" sz="2800" b="0" i="0" u="none" strike="noStrike" cap="none" spc="0">
              <a:solidFill>
                <a:schemeClr val="tx1"/>
              </a:solidFill>
              <a:latin typeface="Aptos"/>
              <a:cs typeface="Aptos"/>
            </a:endParaRPr>
          </a:p>
          <a:p>
            <a:pPr>
              <a:defRPr/>
            </a:pPr>
            <a:endParaRPr lang="en-US" sz="2800" b="0" i="0" u="none" strike="noStrike" cap="none" spc="0">
              <a:solidFill>
                <a:schemeClr val="tx1"/>
              </a:solidFill>
              <a:latin typeface="Aptos"/>
              <a:cs typeface="Aptos"/>
            </a:endParaRPr>
          </a:p>
          <a:p>
            <a:pPr>
              <a:defRPr/>
            </a:pPr>
            <a:r>
              <a:rPr lang="en-US" sz="2800" b="0" i="0" u="none" strike="noStrike" cap="none" spc="0">
                <a:solidFill>
                  <a:schemeClr val="tx1"/>
                </a:solidFill>
                <a:latin typeface="Aptos"/>
                <a:ea typeface="Aptos"/>
                <a:cs typeface="Aptos"/>
              </a:rPr>
              <a:t>except ZeroDivisionError:</a:t>
            </a:r>
            <a:endParaRPr lang="en-US" sz="2800" b="0" i="0" u="none" strike="noStrike" cap="none" spc="0">
              <a:solidFill>
                <a:schemeClr val="tx1"/>
              </a:solidFill>
              <a:latin typeface="Aptos"/>
              <a:cs typeface="Aptos"/>
            </a:endParaRPr>
          </a:p>
          <a:p>
            <a:pPr>
              <a:defRPr/>
            </a:pPr>
            <a:r>
              <a:rPr lang="en-US" sz="2800" b="0" i="0" u="none" strike="noStrike" cap="none" spc="0">
                <a:solidFill>
                  <a:schemeClr val="tx1"/>
                </a:solidFill>
                <a:latin typeface="Aptos"/>
                <a:ea typeface="Aptos"/>
                <a:cs typeface="Aptos"/>
              </a:rPr>
              <a:t>    print("Number cannot be zero.")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9189106" name="Title 1"/>
          <p:cNvSpPr>
            <a:spLocks noGrp="1"/>
          </p:cNvSpPr>
          <p:nvPr>
            <p:ph type="title"/>
          </p:nvPr>
        </p:nvSpPr>
        <p:spPr bwMode="auto"/>
        <p:txBody>
          <a:bodyPr/>
          <a:lstStyle/>
          <a:p>
            <a:pPr>
              <a:defRPr/>
            </a:pPr>
            <a:endParaRPr/>
          </a:p>
        </p:txBody>
      </p:sp>
      <p:sp>
        <p:nvSpPr>
          <p:cNvPr id="1404453999" name="Content Placeholder 2"/>
          <p:cNvSpPr>
            <a:spLocks noGrp="1"/>
          </p:cNvSpPr>
          <p:nvPr>
            <p:ph idx="1"/>
          </p:nvPr>
        </p:nvSpPr>
        <p:spPr bwMode="auto"/>
        <p:txBody>
          <a:bodyPr/>
          <a:lstStyle/>
          <a:p>
            <a:pPr>
              <a:defRPr/>
            </a:pPr>
            <a:r>
              <a:rPr lang="en-US" sz="2800" b="0" i="0" u="none" strike="noStrike" cap="none" spc="0">
                <a:solidFill>
                  <a:schemeClr val="tx1"/>
                </a:solidFill>
                <a:latin typeface="Aptos"/>
                <a:ea typeface="Aptos"/>
                <a:cs typeface="Aptos"/>
              </a:rPr>
              <a:t>try:</a:t>
            </a:r>
            <a:endParaRPr lang="en-US" sz="2800" b="0" i="0" u="none" strike="noStrike" cap="none" spc="0">
              <a:solidFill>
                <a:schemeClr val="tx1"/>
              </a:solidFill>
              <a:latin typeface="Aptos"/>
              <a:cs typeface="Aptos"/>
            </a:endParaRPr>
          </a:p>
          <a:p>
            <a:pPr>
              <a:defRPr/>
            </a:pPr>
            <a:r>
              <a:rPr lang="en-US" sz="2800" b="0" i="0" u="none" strike="noStrike" cap="none" spc="0">
                <a:solidFill>
                  <a:schemeClr val="tx1"/>
                </a:solidFill>
                <a:latin typeface="Aptos"/>
                <a:ea typeface="Aptos"/>
                <a:cs typeface="Aptos"/>
              </a:rPr>
              <a:t>    num = int(input("Enter a number: "))</a:t>
            </a:r>
            <a:endParaRPr lang="en-US" sz="2800" b="0" i="0" u="none" strike="noStrike" cap="none" spc="0">
              <a:solidFill>
                <a:schemeClr val="tx1"/>
              </a:solidFill>
              <a:latin typeface="Aptos"/>
              <a:cs typeface="Aptos"/>
            </a:endParaRPr>
          </a:p>
          <a:p>
            <a:pPr>
              <a:defRPr/>
            </a:pPr>
            <a:r>
              <a:rPr lang="en-US" sz="2800" b="0" i="0" u="none" strike="noStrike" cap="none" spc="0">
                <a:solidFill>
                  <a:schemeClr val="tx1"/>
                </a:solidFill>
                <a:latin typeface="Aptos"/>
                <a:ea typeface="Aptos"/>
                <a:cs typeface="Aptos"/>
              </a:rPr>
              <a:t>    print(100 / num)</a:t>
            </a:r>
            <a:endParaRPr lang="en-US" sz="2800" b="0" i="0" u="none" strike="noStrike" cap="none" spc="0">
              <a:solidFill>
                <a:schemeClr val="tx1"/>
              </a:solidFill>
              <a:latin typeface="Aptos"/>
              <a:cs typeface="Aptos"/>
            </a:endParaRPr>
          </a:p>
          <a:p>
            <a:pPr>
              <a:defRPr/>
            </a:pPr>
            <a:endParaRPr lang="en-US" sz="2800" b="0" i="0" u="none" strike="noStrike" cap="none" spc="0">
              <a:solidFill>
                <a:schemeClr val="tx1"/>
              </a:solidFill>
              <a:latin typeface="Aptos"/>
              <a:cs typeface="Aptos"/>
            </a:endParaRPr>
          </a:p>
          <a:p>
            <a:pPr>
              <a:defRPr/>
            </a:pPr>
            <a:r>
              <a:rPr lang="en-US" sz="2800" b="0" i="0" u="none" strike="noStrike" cap="none" spc="0">
                <a:solidFill>
                  <a:schemeClr val="tx1"/>
                </a:solidFill>
                <a:latin typeface="Aptos"/>
                <a:ea typeface="Aptos"/>
                <a:cs typeface="Aptos"/>
              </a:rPr>
              <a:t>except Exception as e:</a:t>
            </a:r>
            <a:endParaRPr lang="en-US" sz="2800" b="0" i="0" u="none" strike="noStrike" cap="none" spc="0">
              <a:solidFill>
                <a:schemeClr val="tx1"/>
              </a:solidFill>
              <a:latin typeface="Aptos"/>
              <a:cs typeface="Aptos"/>
            </a:endParaRPr>
          </a:p>
          <a:p>
            <a:pPr>
              <a:defRPr/>
            </a:pPr>
            <a:r>
              <a:rPr lang="en-US" sz="2800" b="0" i="0" u="none" strike="noStrike" cap="none" spc="0">
                <a:solidFill>
                  <a:schemeClr val="tx1"/>
                </a:solidFill>
                <a:latin typeface="Aptos"/>
                <a:ea typeface="Aptos"/>
                <a:cs typeface="Aptos"/>
              </a:rPr>
              <a:t>    print("An error occurred:", 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81723926" name="Content Placeholder 2"/>
          <p:cNvSpPr>
            <a:spLocks noGrp="1"/>
          </p:cNvSpPr>
          <p:nvPr>
            <p:ph idx="1"/>
          </p:nvPr>
        </p:nvSpPr>
        <p:spPr bwMode="auto">
          <a:xfrm>
            <a:off x="360426" y="474537"/>
            <a:ext cx="7886700" cy="2707574"/>
          </a:xfrm>
        </p:spPr>
        <p:txBody>
          <a:bodyPr>
            <a:normAutofit fontScale="92500" lnSpcReduction="20000"/>
          </a:bodyPr>
          <a:lstStyle/>
          <a:p>
            <a:pPr>
              <a:defRPr/>
            </a:pPr>
            <a:r>
              <a:rPr lang="en-US"/>
              <a:t>You can supply several except clauses to handle various types of exceptions. In this case, exceptions are handled by the first applicable except clause. You can also provide a generic except clause, which handles any exception.</a:t>
            </a:r>
            <a:endParaRPr/>
          </a:p>
          <a:p>
            <a:pPr>
              <a:defRPr/>
            </a:pPr>
            <a:r>
              <a:rPr lang="en-US"/>
              <a:t>Python raises an </a:t>
            </a:r>
            <a:r>
              <a:rPr lang="en-US"/>
              <a:t>IOError</a:t>
            </a:r>
            <a:r>
              <a:rPr lang="en-US"/>
              <a:t> exception if you try to open a file that doesn’t exist. Here is a snippet of code that handles a missing file without crashing</a:t>
            </a:r>
            <a:endParaRPr lang="en-IN"/>
          </a:p>
        </p:txBody>
      </p:sp>
      <p:pic>
        <p:nvPicPr>
          <p:cNvPr id="404888292" name="Picture 4"/>
          <p:cNvPicPr>
            <a:picLocks noChangeAspect="1"/>
          </p:cNvPicPr>
          <p:nvPr/>
        </p:nvPicPr>
        <p:blipFill rotWithShape="1">
          <a:blip r:embed="rId3"/>
          <a:stretch/>
        </p:blipFill>
        <p:spPr bwMode="auto">
          <a:xfrm>
            <a:off x="0" y="3675889"/>
            <a:ext cx="9326962" cy="235561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17501698" name="Content Placeholder 4"/>
          <p:cNvPicPr>
            <a:picLocks noChangeAspect="1" noGrp="1"/>
          </p:cNvPicPr>
          <p:nvPr>
            <p:ph idx="1"/>
          </p:nvPr>
        </p:nvPicPr>
        <p:blipFill rotWithShape="1">
          <a:blip r:embed="rId3"/>
          <a:stretch/>
        </p:blipFill>
        <p:spPr bwMode="auto">
          <a:xfrm>
            <a:off x="434720" y="433419"/>
            <a:ext cx="7477887" cy="3017139"/>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09162967" name="Title 1"/>
          <p:cNvSpPr>
            <a:spLocks noGrp="1"/>
          </p:cNvSpPr>
          <p:nvPr>
            <p:ph type="title"/>
          </p:nvPr>
        </p:nvSpPr>
        <p:spPr bwMode="auto">
          <a:xfrm>
            <a:off x="628650" y="365127"/>
            <a:ext cx="7886700" cy="707770"/>
          </a:xfrm>
        </p:spPr>
        <p:txBody>
          <a:bodyPr/>
          <a:lstStyle/>
          <a:p>
            <a:pPr>
              <a:defRPr/>
            </a:pPr>
            <a:r>
              <a:rPr lang="en-US"/>
              <a:t>Defining &amp; Raising Exceptions</a:t>
            </a:r>
            <a:endParaRPr lang="en-IN"/>
          </a:p>
        </p:txBody>
      </p:sp>
      <p:sp>
        <p:nvSpPr>
          <p:cNvPr id="2134246961" name="Content Placeholder 2"/>
          <p:cNvSpPr>
            <a:spLocks noGrp="1"/>
          </p:cNvSpPr>
          <p:nvPr>
            <p:ph idx="1"/>
          </p:nvPr>
        </p:nvSpPr>
        <p:spPr bwMode="auto">
          <a:xfrm>
            <a:off x="628650" y="1377696"/>
            <a:ext cx="7886700" cy="4799267"/>
          </a:xfrm>
        </p:spPr>
        <p:txBody>
          <a:bodyPr>
            <a:normAutofit fontScale="92500"/>
          </a:bodyPr>
          <a:lstStyle/>
          <a:p>
            <a:pPr>
              <a:defRPr/>
            </a:pPr>
            <a:r>
              <a:rPr lang="en-US"/>
              <a:t>You can raise exceptions with the statement raise </a:t>
            </a:r>
            <a:r>
              <a:rPr lang="en-US"/>
              <a:t>exceptionType,argument</a:t>
            </a:r>
            <a:r>
              <a:rPr lang="en-US"/>
              <a:t>. </a:t>
            </a:r>
            <a:endParaRPr/>
          </a:p>
          <a:p>
            <a:pPr>
              <a:defRPr/>
            </a:pPr>
            <a:r>
              <a:rPr lang="en-US"/>
              <a:t>ExceptionType</a:t>
            </a:r>
            <a:r>
              <a:rPr lang="en-US"/>
              <a:t> is the type of exception (for example, </a:t>
            </a:r>
            <a:r>
              <a:rPr lang="en-US"/>
              <a:t>NameError</a:t>
            </a:r>
            <a:r>
              <a:rPr lang="en-US"/>
              <a:t>).</a:t>
            </a:r>
            <a:endParaRPr/>
          </a:p>
          <a:p>
            <a:pPr>
              <a:defRPr/>
            </a:pPr>
            <a:r>
              <a:rPr lang="en-US"/>
              <a:t>Argument is a value for the exception argument. Argument is optional; if not supplied, the exception argument is None.</a:t>
            </a:r>
            <a:endParaRPr/>
          </a:p>
          <a:p>
            <a:pPr>
              <a:defRPr/>
            </a:pPr>
            <a:r>
              <a:rPr lang="en-US"/>
              <a:t>An exception can be a string, a class, or an object. Most of the exceptions that the Python core raises are classes, with an argument that is an instance of the class. Defining new exceptions is quite easy, as this contrived example demonstrates:</a:t>
            </a:r>
            <a:endParaRPr lang="en-IN"/>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9196881" name="Title 1"/>
          <p:cNvSpPr>
            <a:spLocks noGrp="1"/>
          </p:cNvSpPr>
          <p:nvPr>
            <p:ph type="title"/>
          </p:nvPr>
        </p:nvSpPr>
        <p:spPr bwMode="auto"/>
        <p:txBody>
          <a:bodyPr/>
          <a:lstStyle/>
          <a:p>
            <a:pPr>
              <a:defRPr/>
            </a:pPr>
            <a:endParaRPr lang="en-IN"/>
          </a:p>
        </p:txBody>
      </p:sp>
      <p:pic>
        <p:nvPicPr>
          <p:cNvPr id="1430413078" name="Content Placeholder 4"/>
          <p:cNvPicPr>
            <a:picLocks noChangeAspect="1" noGrp="1"/>
          </p:cNvPicPr>
          <p:nvPr>
            <p:ph idx="1"/>
          </p:nvPr>
        </p:nvPicPr>
        <p:blipFill rotWithShape="1">
          <a:blip r:embed="rId3"/>
          <a:stretch/>
        </p:blipFill>
        <p:spPr bwMode="auto">
          <a:xfrm>
            <a:off x="628650" y="2077815"/>
            <a:ext cx="7771638" cy="2546168"/>
          </a:xfrm>
        </p:spPr>
      </p:pic>
      <p:sp>
        <p:nvSpPr>
          <p:cNvPr id="911901050" name="TextBox 5"/>
          <p:cNvSpPr txBox="1"/>
          <p:nvPr/>
        </p:nvSpPr>
        <p:spPr bwMode="auto">
          <a:xfrm>
            <a:off x="628650" y="4623983"/>
            <a:ext cx="7430262" cy="646331"/>
          </a:xfrm>
          <a:prstGeom prst="rect">
            <a:avLst/>
          </a:prstGeom>
          <a:noFill/>
        </p:spPr>
        <p:txBody>
          <a:bodyPr wrap="square" rtlCol="0">
            <a:spAutoFit/>
          </a:bodyPr>
          <a:lstStyle/>
          <a:p>
            <a:pPr>
              <a:defRPr/>
            </a:pPr>
            <a:r>
              <a:rPr lang="en-US"/>
              <a:t>In order to catch an exception, an “except” clause must refer to the same exception thrown. Python co</a:t>
            </a:r>
            <a:endParaRPr lang="en-IN"/>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6529657" name="Title 1"/>
          <p:cNvSpPr>
            <a:spLocks noGrp="1"/>
          </p:cNvSpPr>
          <p:nvPr>
            <p:ph type="title"/>
          </p:nvPr>
        </p:nvSpPr>
        <p:spPr bwMode="auto">
          <a:xfrm>
            <a:off x="628650" y="365127"/>
            <a:ext cx="7886700" cy="756538"/>
          </a:xfrm>
        </p:spPr>
        <p:txBody>
          <a:bodyPr/>
          <a:lstStyle/>
          <a:p>
            <a:pPr>
              <a:defRPr/>
            </a:pPr>
            <a:r>
              <a:rPr lang="en-US"/>
              <a:t>Finally</a:t>
            </a:r>
            <a:endParaRPr lang="en-IN"/>
          </a:p>
        </p:txBody>
      </p:sp>
      <p:sp>
        <p:nvSpPr>
          <p:cNvPr id="1796094606" name="Content Placeholder 2"/>
          <p:cNvSpPr>
            <a:spLocks noGrp="1"/>
          </p:cNvSpPr>
          <p:nvPr>
            <p:ph idx="1"/>
          </p:nvPr>
        </p:nvSpPr>
        <p:spPr bwMode="auto">
          <a:xfrm>
            <a:off x="628650" y="1121665"/>
            <a:ext cx="7886700" cy="4351338"/>
          </a:xfrm>
        </p:spPr>
        <p:txBody>
          <a:bodyPr>
            <a:normAutofit lnSpcReduction="10000"/>
          </a:bodyPr>
          <a:lstStyle/>
          <a:p>
            <a:pPr>
              <a:defRPr/>
            </a:pPr>
            <a:r>
              <a:rPr lang="en-US"/>
              <a:t>An alternative mechanism for coping with failure is the finally block. The finally block is a place to put any code that must execute, whether the try-block raised an exception or not. You can provide except clause(s), or a finally clause, but not both.</a:t>
            </a:r>
            <a:endParaRPr/>
          </a:p>
          <a:p>
            <a:pPr>
              <a:defRPr/>
            </a:pPr>
            <a:r>
              <a:rPr lang="en-US" i="1"/>
              <a:t>For example, multithreaded programs often use a lock to prevent threads from stomping on each other’s data. If a thread acquires a lock and crashes without releasing it, the other threads may be kept waiting forever</a:t>
            </a:r>
            <a:endParaRPr lang="en-IN" i="1"/>
          </a:p>
        </p:txBody>
      </p:sp>
      <p:pic>
        <p:nvPicPr>
          <p:cNvPr id="486648889" name="Picture 4"/>
          <p:cNvPicPr>
            <a:picLocks noChangeAspect="1"/>
          </p:cNvPicPr>
          <p:nvPr/>
        </p:nvPicPr>
        <p:blipFill rotWithShape="1">
          <a:blip r:embed="rId3"/>
          <a:stretch/>
        </p:blipFill>
        <p:spPr bwMode="auto">
          <a:xfrm>
            <a:off x="1110234" y="5128881"/>
            <a:ext cx="5912358" cy="15875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5866086" name="Title 1"/>
          <p:cNvSpPr>
            <a:spLocks noGrp="1"/>
          </p:cNvSpPr>
          <p:nvPr>
            <p:ph type="title"/>
          </p:nvPr>
        </p:nvSpPr>
        <p:spPr bwMode="auto">
          <a:xfrm>
            <a:off x="628650" y="365127"/>
            <a:ext cx="7886700" cy="963802"/>
          </a:xfrm>
        </p:spPr>
        <p:txBody>
          <a:bodyPr/>
          <a:lstStyle/>
          <a:p>
            <a:pPr>
              <a:defRPr/>
            </a:pPr>
            <a:r>
              <a:rPr lang="en-US"/>
              <a:t>Assertions in Python</a:t>
            </a:r>
            <a:endParaRPr lang="en-IN"/>
          </a:p>
        </p:txBody>
      </p:sp>
      <p:sp>
        <p:nvSpPr>
          <p:cNvPr id="1513320793" name="Content Placeholder 2"/>
          <p:cNvSpPr>
            <a:spLocks noGrp="1"/>
          </p:cNvSpPr>
          <p:nvPr>
            <p:ph idx="1"/>
          </p:nvPr>
        </p:nvSpPr>
        <p:spPr bwMode="auto">
          <a:xfrm>
            <a:off x="628650" y="1450848"/>
            <a:ext cx="7886700" cy="4888992"/>
          </a:xfrm>
        </p:spPr>
        <p:txBody>
          <a:bodyPr>
            <a:normAutofit fontScale="92500" lnSpcReduction="20000"/>
          </a:bodyPr>
          <a:lstStyle/>
          <a:p>
            <a:pPr>
              <a:defRPr/>
            </a:pPr>
            <a:r>
              <a:rPr lang="en-US"/>
              <a:t>An assertion is a sanity-check that you can turn on or turn off</a:t>
            </a:r>
            <a:endParaRPr/>
          </a:p>
          <a:p>
            <a:pPr>
              <a:defRPr/>
            </a:pPr>
            <a:r>
              <a:rPr lang="en-US"/>
              <a:t>Using an assertion can help make code self-documenting; raising an </a:t>
            </a:r>
            <a:r>
              <a:rPr lang="en-US"/>
              <a:t>AssertionError</a:t>
            </a:r>
            <a:r>
              <a:rPr lang="en-US"/>
              <a:t> implies that a problem is due to programmer error and not normal problems.</a:t>
            </a:r>
            <a:endParaRPr/>
          </a:p>
          <a:p>
            <a:pPr>
              <a:defRPr/>
            </a:pPr>
            <a:r>
              <a:rPr lang="en-US"/>
              <a:t>Programmers often place assertions at the start of a function to check for valid input, and after a function call to check for valid output.</a:t>
            </a:r>
            <a:endParaRPr/>
          </a:p>
          <a:p>
            <a:pPr>
              <a:defRPr/>
            </a:pPr>
            <a:r>
              <a:rPr lang="en-US"/>
              <a:t>You can add assertions to your code with the syntax assert . When it encounters an assert statement, Python evaluates the accompanying expression, which is hopefully true. If the expression is false, Python raises an </a:t>
            </a:r>
            <a:r>
              <a:rPr lang="en-US"/>
              <a:t>AssertionError</a:t>
            </a:r>
            <a:r>
              <a:rPr lang="en-US"/>
              <a:t>.</a:t>
            </a:r>
            <a:endParaRPr lang="en-IN"/>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3597933" name="Title 1"/>
          <p:cNvSpPr>
            <a:spLocks noGrp="1"/>
          </p:cNvSpPr>
          <p:nvPr>
            <p:ph type="title"/>
          </p:nvPr>
        </p:nvSpPr>
        <p:spPr bwMode="auto"/>
        <p:txBody>
          <a:bodyPr/>
          <a:lstStyle/>
          <a:p>
            <a:pPr>
              <a:defRPr/>
            </a:pPr>
            <a:endParaRPr lang="en-IN"/>
          </a:p>
        </p:txBody>
      </p:sp>
      <p:sp>
        <p:nvSpPr>
          <p:cNvPr id="1120342890" name="Content Placeholder 2"/>
          <p:cNvSpPr>
            <a:spLocks noGrp="1"/>
          </p:cNvSpPr>
          <p:nvPr>
            <p:ph idx="1"/>
          </p:nvPr>
        </p:nvSpPr>
        <p:spPr bwMode="auto"/>
        <p:txBody>
          <a:bodyPr/>
          <a:lstStyle/>
          <a:p>
            <a:pPr>
              <a:defRPr/>
            </a:pPr>
            <a:r>
              <a:rPr lang="en-US"/>
              <a:t>You can include an assertion argument, via the syntax assert </a:t>
            </a:r>
            <a:r>
              <a:rPr lang="en-US"/>
              <a:t>Expression,ArgumentExpression</a:t>
            </a:r>
            <a:r>
              <a:rPr lang="en-US"/>
              <a:t>. If the assertion fails, Python uses </a:t>
            </a:r>
            <a:r>
              <a:rPr lang="en-US"/>
              <a:t>ArgumentExpression</a:t>
            </a:r>
            <a:r>
              <a:rPr lang="en-US"/>
              <a:t> as the argument for the </a:t>
            </a:r>
            <a:r>
              <a:rPr lang="en-US"/>
              <a:t>AssertionError</a:t>
            </a:r>
            <a:endParaRPr lang="en-US"/>
          </a:p>
          <a:p>
            <a:pPr>
              <a:defRPr/>
            </a:pPr>
            <a:r>
              <a:rPr lang="en-US"/>
              <a:t>For example, here is a function that converts a temperature from degrees Kelvin to degrees Fahrenheit. Since zero degrees Kelvin is as cold as it gets, the function bails out if it sees a negative temperature:</a:t>
            </a:r>
            <a:endParaRPr lang="en-IN"/>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281983898" name="Content Placeholder 4"/>
          <p:cNvPicPr>
            <a:picLocks noChangeAspect="1" noGrp="1"/>
          </p:cNvPicPr>
          <p:nvPr>
            <p:ph idx="1"/>
          </p:nvPr>
        </p:nvPicPr>
        <p:blipFill rotWithShape="1">
          <a:blip r:embed="rId3"/>
          <a:stretch/>
        </p:blipFill>
        <p:spPr bwMode="auto">
          <a:xfrm>
            <a:off x="482600" y="1823910"/>
            <a:ext cx="8178799" cy="321017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Arial"/>
        <a:cs typeface="Arial"/>
      </a:majorFont>
      <a:minorFont>
        <a:latin typeface="Aptos"/>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Display"/>
        <a:ea typeface="Arial"/>
        <a:cs typeface="Arial"/>
      </a:majorFont>
      <a:minorFont>
        <a:latin typeface="Aptos"/>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ONLYOFFICE/9.4.0.129</Application>
  <PresentationFormat>On-screen Show (4:3)</PresentationFormat>
  <Paragraphs>0</Paragraphs>
  <Slides>14</Slides>
  <Notes>14</Notes>
  <HiddenSlides>0</HiddenSlides>
  <MMClips>2</MMClips>
  <ScaleCrop>0</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Ashwin Bhagat</dc:creator>
  <cp:lastModifiedBy/>
  <cp:revision>28</cp:revision>
  <dcterms:created xsi:type="dcterms:W3CDTF">2025-04-01T09:00:09Z</dcterms:created>
  <dcterms:modified xsi:type="dcterms:W3CDTF">2026-09-03T05:46:07Z</dcterms:modified>
</cp:coreProperties>
</file>