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2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846DF-9B53-4194-BC55-5169891B54EC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4E95C-8EEF-4860-B83A-466C1A718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810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846DF-9B53-4194-BC55-5169891B54EC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4E95C-8EEF-4860-B83A-466C1A718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948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846DF-9B53-4194-BC55-5169891B54EC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4E95C-8EEF-4860-B83A-466C1A718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495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846DF-9B53-4194-BC55-5169891B54EC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4E95C-8EEF-4860-B83A-466C1A718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775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846DF-9B53-4194-BC55-5169891B54EC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4E95C-8EEF-4860-B83A-466C1A718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757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846DF-9B53-4194-BC55-5169891B54EC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4E95C-8EEF-4860-B83A-466C1A718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730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846DF-9B53-4194-BC55-5169891B54EC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4E95C-8EEF-4860-B83A-466C1A718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1046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846DF-9B53-4194-BC55-5169891B54EC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4E95C-8EEF-4860-B83A-466C1A718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834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846DF-9B53-4194-BC55-5169891B54EC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4E95C-8EEF-4860-B83A-466C1A718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829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846DF-9B53-4194-BC55-5169891B54EC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4E95C-8EEF-4860-B83A-466C1A718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82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846DF-9B53-4194-BC55-5169891B54EC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4E95C-8EEF-4860-B83A-466C1A718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655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B846DF-9B53-4194-BC55-5169891B54EC}" type="datetimeFigureOut">
              <a:rPr lang="en-IN" smtClean="0"/>
              <a:t>05-02-2025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04E95C-8EEF-4860-B83A-466C1A7187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054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6F4A3-63AE-2A82-2041-AEE584D478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Basics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F5C93D-87D7-D736-A4FC-C5F59A01DC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688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BB984-8163-33B2-E167-5894AFFF0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Identifiers </a:t>
            </a:r>
            <a:r>
              <a:rPr lang="en-IN" dirty="0"/>
              <a:t>&amp;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F3208-7AC2-8752-AF20-B0D348A94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250253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Variable names and other identifiers in Python are similar to those in many other languages: they start with a letter (A–Z or a–z) or an underscore (“_”) and are followed by any number of letters, numbers, and underscores.</a:t>
            </a:r>
          </a:p>
          <a:p>
            <a:r>
              <a:rPr lang="en-IN" dirty="0"/>
              <a:t>they are case-sensitive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6660B7-4577-8443-A55E-675188231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46" y="3998976"/>
            <a:ext cx="5379807" cy="17556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3493B9-33F5-CA68-C336-AFE14856F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5549" y="5754624"/>
            <a:ext cx="6047613" cy="754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516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8282C-D235-29D8-4DF4-048100832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962" y="338201"/>
            <a:ext cx="7886700" cy="1356487"/>
          </a:xfrm>
        </p:spPr>
        <p:txBody>
          <a:bodyPr/>
          <a:lstStyle/>
          <a:p>
            <a:r>
              <a:rPr lang="en-US" dirty="0"/>
              <a:t>a single underscore character (_) is a special identifier that holds the result of the last expression evaluated.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41AAA2-1C6E-51E5-1A70-6334783BB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35" y="1836420"/>
            <a:ext cx="8213218" cy="3005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886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83632F-0CF0-6F44-FBC4-52040A6FB9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7526" y="709644"/>
            <a:ext cx="7773883" cy="1899444"/>
          </a:xfrm>
        </p:spPr>
      </p:pic>
    </p:spTree>
    <p:extLst>
      <p:ext uri="{BB962C8B-B14F-4D97-AF65-F5344CB8AC3E}">
        <p14:creationId xmlns:p14="http://schemas.microsoft.com/office/powerpoint/2010/main" val="2776588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4D07A-17FA-049E-FC7D-10A39CA4B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 Types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9AB1C-492C-3C09-FABE-CE306DE37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Python has four built-in numeric data types:</a:t>
            </a:r>
          </a:p>
          <a:p>
            <a:pPr lvl="1"/>
            <a:r>
              <a:rPr lang="en-US" dirty="0"/>
              <a:t> integers</a:t>
            </a:r>
          </a:p>
          <a:p>
            <a:pPr lvl="1"/>
            <a:r>
              <a:rPr lang="en-US" dirty="0"/>
              <a:t> long integers</a:t>
            </a:r>
          </a:p>
          <a:p>
            <a:pPr lvl="1"/>
            <a:r>
              <a:rPr lang="en-US" dirty="0"/>
              <a:t> floating point numbers</a:t>
            </a:r>
          </a:p>
          <a:p>
            <a:pPr lvl="1"/>
            <a:r>
              <a:rPr lang="en-US" dirty="0"/>
              <a:t> imaginary numbers.</a:t>
            </a:r>
          </a:p>
          <a:p>
            <a:r>
              <a:rPr lang="en-US" b="1" dirty="0"/>
              <a:t>Integers</a:t>
            </a:r>
            <a:r>
              <a:rPr lang="en-US" dirty="0"/>
              <a:t> are whole numbers in the range of -2147483648 to 2147483647 (that is, they are signed, 32-bit numbers).</a:t>
            </a:r>
          </a:p>
          <a:p>
            <a:r>
              <a:rPr lang="en-US" dirty="0"/>
              <a:t>the </a:t>
            </a:r>
            <a:r>
              <a:rPr lang="en-US" b="1" dirty="0"/>
              <a:t>sys</a:t>
            </a:r>
            <a:r>
              <a:rPr lang="en-US" dirty="0"/>
              <a:t> module has a </a:t>
            </a:r>
            <a:r>
              <a:rPr lang="en-US" b="1" dirty="0" err="1"/>
              <a:t>maxint</a:t>
            </a:r>
            <a:r>
              <a:rPr lang="en-US" dirty="0"/>
              <a:t> member that holds the maximum positive value of an integer variable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9671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FC4F46-6B0F-CB23-CCB1-39B7EA27E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343406"/>
            <a:ext cx="8178799" cy="417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115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FC3551-667F-3A37-CA75-735987D07B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270"/>
          <a:stretch/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239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0740A1-F0EA-39AA-D02D-E08129B2C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719" y="726089"/>
            <a:ext cx="7173849" cy="22403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7BA5F1-77DD-A947-8F4D-17E8A4C39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719" y="2966466"/>
            <a:ext cx="7670050" cy="267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801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202E-30E1-754F-F7D3-A1E5B4168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Escape Sequence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5111A70-1C64-2FCE-4552-3275BB8CE0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690688"/>
            <a:ext cx="7412040" cy="3490911"/>
          </a:xfrm>
        </p:spPr>
      </p:pic>
    </p:spTree>
    <p:extLst>
      <p:ext uri="{BB962C8B-B14F-4D97-AF65-F5344CB8AC3E}">
        <p14:creationId xmlns:p14="http://schemas.microsoft.com/office/powerpoint/2010/main" val="4122117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2201DF-E2ED-0043-20DD-E56CBC81A4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" y="2541540"/>
            <a:ext cx="9029700" cy="1747091"/>
          </a:xfrm>
        </p:spPr>
      </p:pic>
    </p:spTree>
    <p:extLst>
      <p:ext uri="{BB962C8B-B14F-4D97-AF65-F5344CB8AC3E}">
        <p14:creationId xmlns:p14="http://schemas.microsoft.com/office/powerpoint/2010/main" val="2371872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F6D25A-D56C-90F9-4E34-04416B8B4B11}"/>
              </a:ext>
            </a:extLst>
          </p:cNvPr>
          <p:cNvSpPr/>
          <p:nvPr/>
        </p:nvSpPr>
        <p:spPr>
          <a:xfrm>
            <a:off x="3239746" y="2967335"/>
            <a:ext cx="266451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1942185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370</TotalTime>
  <Words>143</Words>
  <Application>Microsoft Office PowerPoint</Application>
  <PresentationFormat>On-screen Show (4:3)</PresentationFormat>
  <Paragraphs>15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Python Basics</vt:lpstr>
      <vt:lpstr>Identifiers &amp; Operators</vt:lpstr>
      <vt:lpstr>PowerPoint Presentation</vt:lpstr>
      <vt:lpstr>PowerPoint Presentation</vt:lpstr>
      <vt:lpstr>Numeric Types</vt:lpstr>
      <vt:lpstr>PowerPoint Presentation</vt:lpstr>
      <vt:lpstr>PowerPoint Presentation</vt:lpstr>
      <vt:lpstr>PowerPoint Presentation</vt:lpstr>
      <vt:lpstr>Using Escape Sequence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Ashwin Bhagat</dc:creator>
  <cp:lastModifiedBy>Dr Ashwin Bhagat</cp:lastModifiedBy>
  <cp:revision>23</cp:revision>
  <dcterms:created xsi:type="dcterms:W3CDTF">2025-01-07T08:03:58Z</dcterms:created>
  <dcterms:modified xsi:type="dcterms:W3CDTF">2025-02-05T17:44:26Z</dcterms:modified>
</cp:coreProperties>
</file>