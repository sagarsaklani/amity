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4.svg" ContentType="image/sv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7" r:id="rId5"/>
    <p:sldMasterId id="214748366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6.xml"/><Relationship Id="rId6" Type="http://schemas.openxmlformats.org/officeDocument/2006/relationships/slideMaster" Target="slideMasters/slideMaster1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1.jpeg"/><Relationship Id="rId11" Type="http://schemas.openxmlformats.org/officeDocument/2006/relationships/image" Target="../media/image1.jpeg"/><Relationship Id="rId12" Type="http://schemas.openxmlformats.org/officeDocument/2006/relationships/image" Target="../media/image1.jpeg"/><Relationship Id="rId13" Type="http://schemas.openxmlformats.org/officeDocument/2006/relationships/image" Target="../media/image1.jpeg"/><Relationship Id="rId14" Type="http://schemas.openxmlformats.org/officeDocument/2006/relationships/image" Target="../media/image1.jpeg"/><Relationship Id="rId15" Type="http://schemas.openxmlformats.org/officeDocument/2006/relationships/image" Target="../media/image1.jpeg"/><Relationship Id="rId16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<Relationship Id="rId8" Type="http://schemas.openxmlformats.org/officeDocument/2006/relationships/image" Target="../media/image1.jpeg"/><Relationship Id="rId9" Type="http://schemas.openxmlformats.org/officeDocument/2006/relationships/image" Target="../media/image1.jpeg"/><Relationship Id="rId10" Type="http://schemas.openxmlformats.org/officeDocument/2006/relationships/image" Target="../media/image3.png"/><Relationship Id="rId11" Type="http://schemas.openxmlformats.org/officeDocument/2006/relationships/image" Target="../media/image4.sv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Relationship Id="rId3" Type="http://schemas.openxmlformats.org/officeDocument/2006/relationships/image" Target="../media/image1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image" Target="../media/image1.jpeg"/><Relationship Id="rId7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Grey-Eleg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3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40000" y="-175680"/>
            <a:ext cx="827964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ftr" idx="1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2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DB5459A-6F77-4538-8741-0D1033D0EB8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3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"/>
          <p:cNvGrpSpPr/>
          <p:nvPr/>
        </p:nvGrpSpPr>
        <p:grpSpPr>
          <a:xfrm>
            <a:off x="0" y="0"/>
            <a:ext cx="10080360" cy="4114440"/>
            <a:chOff x="0" y="0"/>
            <a:chExt cx="10080360" cy="4114440"/>
          </a:xfrm>
        </p:grpSpPr>
        <p:sp>
          <p:nvSpPr>
            <p:cNvPr id="29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0" y="0"/>
              <a:ext cx="10080360" cy="411444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0" y="1280160"/>
              <a:ext cx="1554120" cy="639720"/>
            </a:xfrm>
            <a:prstGeom prst="rect">
              <a:avLst/>
            </a:prstGeom>
            <a:solidFill>
              <a:srgbClr val="343A40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14400" y="1920240"/>
              <a:ext cx="1279800" cy="182844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2194560" y="548640"/>
              <a:ext cx="1279800" cy="18284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3474720" y="118872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206240" y="0"/>
              <a:ext cx="1462680" cy="914040"/>
            </a:xfrm>
            <a:prstGeom prst="rect">
              <a:avLst/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4663440" y="914400"/>
              <a:ext cx="1005480" cy="456840"/>
            </a:xfrm>
            <a:prstGeom prst="rect">
              <a:avLst/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3474720" y="1737360"/>
              <a:ext cx="3108600" cy="1005480"/>
            </a:xfrm>
            <a:prstGeom prst="rect">
              <a:avLst/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114800" y="2743200"/>
              <a:ext cx="1462680" cy="100548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6583680" y="1463040"/>
              <a:ext cx="1554120" cy="456840"/>
            </a:xfrm>
            <a:prstGeom prst="rect">
              <a:avLst/>
            </a:prstGeom>
            <a:solidFill>
              <a:srgbClr val="B2B2B2">
                <a:alpha val="6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7315200" y="1920240"/>
              <a:ext cx="1462680" cy="1645560"/>
            </a:xfrm>
            <a:prstGeom prst="rect">
              <a:avLst/>
            </a:prstGeom>
            <a:solidFill>
              <a:srgbClr val="B2B2B2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2743200" y="2377440"/>
              <a:ext cx="548280" cy="82260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8595360" y="0"/>
              <a:ext cx="1485000" cy="1462680"/>
            </a:xfrm>
            <a:prstGeom prst="rect">
              <a:avLst/>
            </a:prstGeom>
            <a:solidFill>
              <a:srgbClr val="DDDD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766560" y="0"/>
              <a:ext cx="273960" cy="1005480"/>
            </a:xfrm>
            <a:prstGeom prst="rect">
              <a:avLst/>
            </a:prstGeom>
            <a:solidFill>
              <a:srgbClr val="2F4550">
                <a:alpha val="5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554480" y="0"/>
              <a:ext cx="182520" cy="914040"/>
            </a:xfrm>
            <a:prstGeom prst="rect">
              <a:avLst/>
            </a:prstGeom>
            <a:solidFill>
              <a:srgbClr val="808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0" y="3017520"/>
              <a:ext cx="365400" cy="1096920"/>
            </a:xfrm>
            <a:prstGeom prst="rect">
              <a:avLst/>
            </a:prstGeom>
            <a:solidFill>
              <a:srgbClr val="F4F4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9601200" y="2560320"/>
              <a:ext cx="365400" cy="1554120"/>
            </a:xfrm>
            <a:prstGeom prst="rect">
              <a:avLst/>
            </a:prstGeom>
            <a:solidFill>
              <a:srgbClr val="B2B2B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8778240" y="1828800"/>
              <a:ext cx="365400" cy="365400"/>
            </a:xfrm>
            <a:prstGeom prst="rect">
              <a:avLst/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8" name=""/>
          <p:cNvSpPr/>
          <p:nvPr/>
        </p:nvSpPr>
        <p:spPr>
          <a:xfrm>
            <a:off x="7560000" y="4320000"/>
            <a:ext cx="360" cy="1260000"/>
          </a:xfrm>
          <a:prstGeom prst="line">
            <a:avLst/>
          </a:prstGeom>
          <a:ln w="5472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360" tIns="72360" rIns="117360" bIns="7236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0000" y="-175680"/>
            <a:ext cx="827964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8999640" cy="39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4"/>
          </p:nvPr>
        </p:nvSpPr>
        <p:spPr>
          <a:xfrm>
            <a:off x="7740000" y="4392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5"/>
          </p:nvPr>
        </p:nvSpPr>
        <p:spPr>
          <a:xfrm>
            <a:off x="7740000" y="5166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CD11C6-0379-45EB-90C3-033F51A7F8B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6"/>
          </p:nvPr>
        </p:nvSpPr>
        <p:spPr>
          <a:xfrm>
            <a:off x="7740000" y="4860000"/>
            <a:ext cx="2051640" cy="2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Jigsa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40000" y="217800"/>
            <a:ext cx="8279640" cy="55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40000" y="3056760"/>
            <a:ext cx="8999640" cy="3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indent="0" algn="l">
              <a:spcBef>
                <a:spcPts val="1057"/>
              </a:spcBef>
              <a:buNone/>
            </a:pP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0923A43-E5EE-47A4-AFA5-5A6CED9C98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Bulle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92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93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94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7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8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03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104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5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6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7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8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9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0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10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1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FE2A82-973C-4A19-B595-CB48311F6AE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8266320" y="41155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7" name=""/>
          <p:cNvSpPr/>
          <p:nvPr/>
        </p:nvSpPr>
        <p:spPr>
          <a:xfrm>
            <a:off x="7717680" y="-54828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-146880" y="69480"/>
            <a:ext cx="914760" cy="915120"/>
            <a:chOff x="-146880" y="69480"/>
            <a:chExt cx="914760" cy="915120"/>
          </a:xfrm>
        </p:grpSpPr>
        <p:sp>
          <p:nvSpPr>
            <p:cNvPr id="119" name=""/>
            <p:cNvSpPr/>
            <p:nvPr/>
          </p:nvSpPr>
          <p:spPr>
            <a:xfrm flipV="1" rot="5395800">
              <a:off x="219240" y="8013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0" name=""/>
            <p:cNvSpPr/>
            <p:nvPr/>
          </p:nvSpPr>
          <p:spPr>
            <a:xfrm flipV="1" rot="5395800">
              <a:off x="218880" y="43560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1" name=""/>
            <p:cNvSpPr/>
            <p:nvPr/>
          </p:nvSpPr>
          <p:spPr>
            <a:xfrm flipV="1" rot="5395800">
              <a:off x="218520" y="7020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2" name=""/>
            <p:cNvSpPr/>
            <p:nvPr/>
          </p:nvSpPr>
          <p:spPr>
            <a:xfrm flipV="1" rot="5395800">
              <a:off x="584280" y="6948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3" name=""/>
            <p:cNvSpPr/>
            <p:nvPr/>
          </p:nvSpPr>
          <p:spPr>
            <a:xfrm flipV="1" rot="5395800">
              <a:off x="584280" y="43524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4" name=""/>
            <p:cNvSpPr/>
            <p:nvPr/>
          </p:nvSpPr>
          <p:spPr>
            <a:xfrm flipV="1" rot="5395800">
              <a:off x="585000" y="80136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5" name=""/>
            <p:cNvSpPr/>
            <p:nvPr/>
          </p:nvSpPr>
          <p:spPr>
            <a:xfrm flipV="1" rot="5395800">
              <a:off x="-145800" y="80172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6" name=""/>
            <p:cNvSpPr/>
            <p:nvPr/>
          </p:nvSpPr>
          <p:spPr>
            <a:xfrm flipV="1" rot="5395800">
              <a:off x="-146520" y="43632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27" name=""/>
            <p:cNvSpPr/>
            <p:nvPr/>
          </p:nvSpPr>
          <p:spPr>
            <a:xfrm flipV="1" rot="5395800">
              <a:off x="-146520" y="70200"/>
              <a:ext cx="182520" cy="182520"/>
            </a:xfrm>
            <a:prstGeom prst="ellipse">
              <a:avLst/>
            </a:prstGeom>
            <a:blipFill rotWithShape="0">
              <a:blip r:embed="rId10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28" name=""/>
          <p:cNvGrpSpPr/>
          <p:nvPr/>
        </p:nvGrpSpPr>
        <p:grpSpPr>
          <a:xfrm>
            <a:off x="9545040" y="4646160"/>
            <a:ext cx="549360" cy="915120"/>
            <a:chOff x="9545040" y="4646160"/>
            <a:chExt cx="549360" cy="915120"/>
          </a:xfrm>
        </p:grpSpPr>
        <p:sp>
          <p:nvSpPr>
            <p:cNvPr id="129" name=""/>
            <p:cNvSpPr/>
            <p:nvPr/>
          </p:nvSpPr>
          <p:spPr>
            <a:xfrm flipV="1" rot="5395800">
              <a:off x="9911520" y="5377680"/>
              <a:ext cx="182520" cy="182520"/>
            </a:xfrm>
            <a:prstGeom prst="ellipse">
              <a:avLst/>
            </a:prstGeom>
            <a:blipFill rotWithShape="0">
              <a:blip r:embed="rId11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 flipV="1" rot="5395800">
              <a:off x="9911160" y="5012280"/>
              <a:ext cx="182520" cy="182520"/>
            </a:xfrm>
            <a:prstGeom prst="ellipse">
              <a:avLst/>
            </a:prstGeom>
            <a:blipFill rotWithShape="0">
              <a:blip r:embed="rId1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 flipV="1" rot="5395800">
              <a:off x="9910440" y="4646160"/>
              <a:ext cx="182520" cy="182520"/>
            </a:xfrm>
            <a:prstGeom prst="ellipse">
              <a:avLst/>
            </a:prstGeom>
            <a:blipFill rotWithShape="0">
              <a:blip r:embed="rId1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 flipV="1" rot="5395800">
              <a:off x="9545400" y="5378400"/>
              <a:ext cx="182520" cy="182520"/>
            </a:xfrm>
            <a:prstGeom prst="ellipse">
              <a:avLst/>
            </a:prstGeom>
            <a:blipFill rotWithShape="0">
              <a:blip r:embed="rId1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 flipV="1" rot="5395800">
              <a:off x="9545400" y="5012280"/>
              <a:ext cx="182520" cy="182520"/>
            </a:xfrm>
            <a:prstGeom prst="ellipse">
              <a:avLst/>
            </a:prstGeom>
            <a:blipFill rotWithShape="0">
              <a:blip r:embed="rId1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 flipV="1" rot="5395800">
              <a:off x="9545040" y="4646520"/>
              <a:ext cx="182520" cy="182520"/>
            </a:xfrm>
            <a:prstGeom prst="ellipse">
              <a:avLst/>
            </a:prstGeom>
            <a:blipFill rotWithShape="0">
              <a:blip r:embed="rId1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35" name=""/>
          <p:cNvSpPr/>
          <p:nvPr/>
        </p:nvSpPr>
        <p:spPr>
          <a:xfrm>
            <a:off x="-146160" y="3109320"/>
            <a:ext cx="1919880" cy="19198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324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2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88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504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72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93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152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13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ftr" idx="14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0348EEA-BFB1-4E78-B785-DB206B3E8DDC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"/>
          <p:cNvGrpSpPr/>
          <p:nvPr/>
        </p:nvGrpSpPr>
        <p:grpSpPr>
          <a:xfrm>
            <a:off x="8540280" y="5065560"/>
            <a:ext cx="1279800" cy="548280"/>
            <a:chOff x="8540280" y="5065560"/>
            <a:chExt cx="1279800" cy="548280"/>
          </a:xfrm>
        </p:grpSpPr>
        <p:sp>
          <p:nvSpPr>
            <p:cNvPr id="154" name=""/>
            <p:cNvSpPr/>
            <p:nvPr/>
          </p:nvSpPr>
          <p:spPr>
            <a:xfrm flipV="1" rot="21598800">
              <a:off x="9637560" y="5430960"/>
              <a:ext cx="182520" cy="182520"/>
            </a:xfrm>
            <a:prstGeom prst="ellipse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 flipV="1" rot="21598800">
              <a:off x="9271800" y="5430960"/>
              <a:ext cx="182520" cy="182520"/>
            </a:xfrm>
            <a:prstGeom prst="ellipse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 flipV="1" rot="21598800">
              <a:off x="8906400" y="5430960"/>
              <a:ext cx="182520" cy="182520"/>
            </a:xfrm>
            <a:prstGeom prst="ellipse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 flipV="1" rot="21598800">
              <a:off x="8540280" y="5430960"/>
              <a:ext cx="182520" cy="182520"/>
            </a:xfrm>
            <a:prstGeom prst="ellipse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8" name=""/>
            <p:cNvSpPr/>
            <p:nvPr/>
          </p:nvSpPr>
          <p:spPr>
            <a:xfrm flipV="1" rot="21598800">
              <a:off x="8540280" y="5065200"/>
              <a:ext cx="182520" cy="182520"/>
            </a:xfrm>
            <a:prstGeom prst="ellipse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9" name=""/>
            <p:cNvSpPr/>
            <p:nvPr/>
          </p:nvSpPr>
          <p:spPr>
            <a:xfrm flipV="1" rot="21598800">
              <a:off x="8906400" y="5065200"/>
              <a:ext cx="182520" cy="182520"/>
            </a:xfrm>
            <a:prstGeom prst="ellipse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0" name=""/>
            <p:cNvSpPr/>
            <p:nvPr/>
          </p:nvSpPr>
          <p:spPr>
            <a:xfrm flipV="1" rot="21598800">
              <a:off x="9271800" y="5065560"/>
              <a:ext cx="182520" cy="182520"/>
            </a:xfrm>
            <a:prstGeom prst="ellipse">
              <a:avLst/>
            </a:prstGeom>
            <a:blipFill rotWithShape="0">
              <a:blip r:embed="rId8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1" name=""/>
            <p:cNvSpPr/>
            <p:nvPr/>
          </p:nvSpPr>
          <p:spPr>
            <a:xfrm flipV="1" rot="21598800">
              <a:off x="9637560" y="5065200"/>
              <a:ext cx="182520" cy="182520"/>
            </a:xfrm>
            <a:prstGeom prst="ellipse">
              <a:avLst/>
            </a:prstGeom>
            <a:blipFill rotWithShape="0">
              <a:blip r:embed="rId9"/>
              <a:srcRect/>
              <a:tile tx="0" ty="0" sx="74468" sy="74468" algn="ctr"/>
            </a:blipFill>
            <a:ln w="0">
              <a:noFill/>
            </a:ln>
            <a:effectLst>
              <a:outerShdw dir="2700000" dist="102841" rotWithShape="0">
                <a:srgbClr val="808080">
                  <a:alpha val="6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2" name=""/>
          <p:cNvSpPr/>
          <p:nvPr/>
        </p:nvSpPr>
        <p:spPr>
          <a:xfrm>
            <a:off x="1499760" y="1774080"/>
            <a:ext cx="2925720" cy="2925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3" name=""/>
          <p:cNvSpPr/>
          <p:nvPr/>
        </p:nvSpPr>
        <p:spPr>
          <a:xfrm>
            <a:off x="1225080" y="1134360"/>
            <a:ext cx="1188720" cy="118800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4" name=""/>
          <p:cNvSpPr/>
          <p:nvPr/>
        </p:nvSpPr>
        <p:spPr>
          <a:xfrm>
            <a:off x="3420000" y="4242960"/>
            <a:ext cx="639720" cy="639720"/>
          </a:xfrm>
          <a:prstGeom prst="ellipse">
            <a:avLst/>
          </a:prstGeom>
          <a:solidFill>
            <a:srgbClr val="CCCCC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165" name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4349520" y="792360"/>
            <a:ext cx="5525640" cy="41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19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20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sldNum" idx="21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EDB825E-F5B1-4771-9A17-945FCF4811C5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18876000">
            <a:off x="8645760" y="-40536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2" name=""/>
          <p:cNvSpPr/>
          <p:nvPr/>
        </p:nvSpPr>
        <p:spPr>
          <a:xfrm rot="18876000">
            <a:off x="8665920" y="3983040"/>
            <a:ext cx="2895120" cy="2895120"/>
          </a:xfrm>
          <a:prstGeom prst="rect">
            <a:avLst/>
          </a:prstGeom>
          <a:solidFill>
            <a:srgbClr val="CED4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3" name=""/>
          <p:cNvSpPr/>
          <p:nvPr/>
        </p:nvSpPr>
        <p:spPr>
          <a:xfrm rot="18964800">
            <a:off x="993960" y="591588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4" name=""/>
          <p:cNvSpPr/>
          <p:nvPr/>
        </p:nvSpPr>
        <p:spPr>
          <a:xfrm rot="18964800">
            <a:off x="-1296720" y="55137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5" name=""/>
          <p:cNvSpPr/>
          <p:nvPr/>
        </p:nvSpPr>
        <p:spPr>
          <a:xfrm rot="18964800">
            <a:off x="3682080" y="339480"/>
            <a:ext cx="3457440" cy="9219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6" name=""/>
          <p:cNvSpPr/>
          <p:nvPr/>
        </p:nvSpPr>
        <p:spPr>
          <a:xfrm rot="18964800">
            <a:off x="1445760" y="-758160"/>
            <a:ext cx="2588400" cy="73116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7" name=""/>
          <p:cNvSpPr/>
          <p:nvPr/>
        </p:nvSpPr>
        <p:spPr>
          <a:xfrm rot="18964800">
            <a:off x="-727200" y="3295080"/>
            <a:ext cx="2588400" cy="512640"/>
          </a:xfrm>
          <a:prstGeom prst="rect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dt" idx="16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ftr" idx="17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sldNum" idx="18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33E355-3E0B-43BB-AF60-22F54CC82247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"/>
          <p:cNvGrpSpPr/>
          <p:nvPr/>
        </p:nvGrpSpPr>
        <p:grpSpPr>
          <a:xfrm>
            <a:off x="7406640" y="3566160"/>
            <a:ext cx="2377080" cy="4297320"/>
            <a:chOff x="7406640" y="3566160"/>
            <a:chExt cx="2377080" cy="4297320"/>
          </a:xfrm>
        </p:grpSpPr>
        <p:sp>
          <p:nvSpPr>
            <p:cNvPr id="172" name=""/>
            <p:cNvSpPr/>
            <p:nvPr/>
          </p:nvSpPr>
          <p:spPr>
            <a:xfrm>
              <a:off x="8138160" y="4754880"/>
              <a:ext cx="456840" cy="2559960"/>
            </a:xfrm>
            <a:prstGeom prst="rect">
              <a:avLst/>
            </a:prstGeom>
            <a:blipFill rotWithShape="0">
              <a:blip r:embed="rId2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8961120" y="3566160"/>
              <a:ext cx="456840" cy="2559960"/>
            </a:xfrm>
            <a:prstGeom prst="rect">
              <a:avLst/>
            </a:prstGeom>
            <a:blipFill rotWithShape="0">
              <a:blip r:embed="rId3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7406640" y="5303520"/>
              <a:ext cx="456840" cy="2559960"/>
            </a:xfrm>
            <a:prstGeom prst="rect">
              <a:avLst/>
            </a:prstGeom>
            <a:blipFill rotWithShape="0">
              <a:blip r:embed="rId4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8503920" y="5120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8321040" y="530352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8869680" y="548640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78" name=""/>
          <p:cNvGrpSpPr/>
          <p:nvPr/>
        </p:nvGrpSpPr>
        <p:grpSpPr>
          <a:xfrm>
            <a:off x="274320" y="-2103120"/>
            <a:ext cx="5943240" cy="7406280"/>
            <a:chOff x="274320" y="-2103120"/>
            <a:chExt cx="5943240" cy="7406280"/>
          </a:xfrm>
        </p:grpSpPr>
        <p:sp>
          <p:nvSpPr>
            <p:cNvPr id="179" name=""/>
            <p:cNvSpPr/>
            <p:nvPr/>
          </p:nvSpPr>
          <p:spPr>
            <a:xfrm>
              <a:off x="1463040" y="-1554480"/>
              <a:ext cx="456840" cy="2559960"/>
            </a:xfrm>
            <a:prstGeom prst="rect">
              <a:avLst/>
            </a:prstGeom>
            <a:blipFill rotWithShape="0">
              <a:blip r:embed="rId5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640080" y="-365760"/>
              <a:ext cx="456840" cy="2559960"/>
            </a:xfrm>
            <a:prstGeom prst="rect">
              <a:avLst/>
            </a:prstGeom>
            <a:blipFill rotWithShape="0">
              <a:blip r:embed="rId6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2194560" y="-2103120"/>
              <a:ext cx="456840" cy="2559960"/>
            </a:xfrm>
            <a:prstGeom prst="rect">
              <a:avLst/>
            </a:prstGeom>
            <a:blipFill rotWithShape="0">
              <a:blip r:embed="rId7"/>
              <a:srcRect/>
              <a:tile tx="0" ty="0" sx="74468" sy="74468" algn="ctr"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274320" y="18288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822960" y="365760"/>
              <a:ext cx="91404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274320" y="548640"/>
              <a:ext cx="1279800" cy="9108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3474720" y="2560320"/>
              <a:ext cx="2742840" cy="2742840"/>
            </a:xfrm>
            <a:prstGeom prst="ellipse">
              <a:avLst/>
            </a:prstGeom>
            <a:solidFill>
              <a:srgbClr val="8D99AE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6" name=""/>
            <p:cNvSpPr/>
            <p:nvPr/>
          </p:nvSpPr>
          <p:spPr>
            <a:xfrm>
              <a:off x="914400" y="2835000"/>
              <a:ext cx="91080" cy="1645560"/>
            </a:xfrm>
            <a:prstGeom prst="rect">
              <a:avLst/>
            </a:prstGeom>
            <a:solidFill>
              <a:srgbClr val="CCCCCC">
                <a:alpha val="7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45720" tIns="45000" rIns="4572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260000" y="468000"/>
            <a:ext cx="827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wavyHeavy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wavyHeavy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1260000" y="1800000"/>
            <a:ext cx="8279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22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ftr" idx="23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sldNum" idx="24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A13156-0B21-4AD1-BAC2-5C1FE21D93CD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ulle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5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6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7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8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dt" idx="25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ftr" idx="26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sldNum" idx="27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20C015-2973-4784-B0EB-4CA62C9D3410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822960" y="24688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7" name=""/>
          <p:cNvSpPr/>
          <p:nvPr/>
        </p:nvSpPr>
        <p:spPr>
          <a:xfrm>
            <a:off x="4480560" y="155448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8" name=""/>
          <p:cNvSpPr/>
          <p:nvPr/>
        </p:nvSpPr>
        <p:spPr>
          <a:xfrm>
            <a:off x="6583680" y="3108960"/>
            <a:ext cx="1462680" cy="1462680"/>
          </a:xfrm>
          <a:prstGeom prst="ellipse">
            <a:avLst/>
          </a:prstGeom>
          <a:solidFill>
            <a:srgbClr val="EEEEEE"/>
          </a:solidFill>
          <a:ln w="0">
            <a:noFill/>
          </a:ln>
          <a:effectLst>
            <a:outerShdw dir="2700000" dist="102841" rotWithShape="0">
              <a:srgbClr val="80808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9" name=""/>
          <p:cNvSpPr/>
          <p:nvPr/>
        </p:nvSpPr>
        <p:spPr>
          <a:xfrm>
            <a:off x="1554480" y="4114800"/>
            <a:ext cx="914040" cy="657000"/>
          </a:xfrm>
          <a:custGeom>
            <a:avLst/>
            <a:gdLst>
              <a:gd name="textAreaLeft" fmla="*/ 0 w 914040"/>
              <a:gd name="textAreaRight" fmla="*/ 914400 w 914040"/>
              <a:gd name="textAreaTop" fmla="*/ 0 h 657000"/>
              <a:gd name="textAreaBottom" fmla="*/ 657360 h 657000"/>
            </a:gdLst>
            <a:ahLst/>
            <a:cxnLst/>
            <a:rect l="textAreaLeft" t="textAreaTop" r="textAreaRight" b="textAreaBottom"/>
            <a:pathLst>
              <a:path fill="none" w="2540" h="1826">
                <a:moveTo>
                  <a:pt x="0" y="0"/>
                </a:moveTo>
                <a:cubicBezTo>
                  <a:pt x="508" y="2286"/>
                  <a:pt x="2540" y="1778"/>
                  <a:pt x="2540" y="1778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0" name=""/>
          <p:cNvSpPr/>
          <p:nvPr/>
        </p:nvSpPr>
        <p:spPr>
          <a:xfrm>
            <a:off x="3657600" y="1188720"/>
            <a:ext cx="822600" cy="639720"/>
          </a:xfrm>
          <a:custGeom>
            <a:avLst/>
            <a:gdLst>
              <a:gd name="textAreaLeft" fmla="*/ 0 w 822600"/>
              <a:gd name="textAreaRight" fmla="*/ 822960 w 822600"/>
              <a:gd name="textAreaTop" fmla="*/ 0 h 639720"/>
              <a:gd name="textAreaBottom" fmla="*/ 640080 h 639720"/>
            </a:gdLst>
            <a:ahLst/>
            <a:cxnLst/>
            <a:rect l="textAreaLeft" t="textAreaTop" r="textAreaRight" b="textAreaBottom"/>
            <a:pathLst>
              <a:path fill="none" w="2286" h="1778">
                <a:moveTo>
                  <a:pt x="2286" y="1778"/>
                </a:moveTo>
                <a:cubicBezTo>
                  <a:pt x="1016" y="1778"/>
                  <a:pt x="2033" y="0"/>
                  <a:pt x="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"/>
          <p:cNvSpPr/>
          <p:nvPr/>
        </p:nvSpPr>
        <p:spPr>
          <a:xfrm>
            <a:off x="7955280" y="2011680"/>
            <a:ext cx="1463760" cy="1188360"/>
          </a:xfrm>
          <a:custGeom>
            <a:avLst/>
            <a:gdLst>
              <a:gd name="textAreaLeft" fmla="*/ 0 w 1463760"/>
              <a:gd name="textAreaRight" fmla="*/ 1464120 w 1463760"/>
              <a:gd name="textAreaTop" fmla="*/ 0 h 1188360"/>
              <a:gd name="textAreaBottom" fmla="*/ 1188720 h 1188360"/>
            </a:gdLst>
            <a:ahLst/>
            <a:cxnLst/>
            <a:rect l="textAreaLeft" t="textAreaTop" r="textAreaRight" b="textAreaBottom"/>
            <a:pathLst>
              <a:path fill="none" w="4067" h="3302">
                <a:moveTo>
                  <a:pt x="3302" y="0"/>
                </a:moveTo>
                <a:cubicBezTo>
                  <a:pt x="4826" y="1016"/>
                  <a:pt x="3810" y="2286"/>
                  <a:pt x="2540" y="2286"/>
                </a:cubicBezTo>
                <a:cubicBezTo>
                  <a:pt x="1269" y="2286"/>
                  <a:pt x="253" y="2540"/>
                  <a:pt x="0" y="3302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"/>
          <p:cNvSpPr/>
          <p:nvPr/>
        </p:nvSpPr>
        <p:spPr>
          <a:xfrm>
            <a:off x="2468880" y="822960"/>
            <a:ext cx="1410120" cy="137124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3" name=""/>
          <p:cNvSpPr/>
          <p:nvPr/>
        </p:nvSpPr>
        <p:spPr>
          <a:xfrm>
            <a:off x="3931920" y="466344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4" name=""/>
          <p:cNvSpPr/>
          <p:nvPr/>
        </p:nvSpPr>
        <p:spPr>
          <a:xfrm>
            <a:off x="8412480" y="1280160"/>
            <a:ext cx="1096920" cy="100548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28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ftr" idx="29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sldNum" idx="30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FEB2565-7BE8-4F71-836E-8942062C5154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1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2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23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24" name=""/>
          <p:cNvGrpSpPr/>
          <p:nvPr/>
        </p:nvGrpSpPr>
        <p:grpSpPr>
          <a:xfrm>
            <a:off x="3836880" y="1150920"/>
            <a:ext cx="2339280" cy="4334040"/>
            <a:chOff x="3836880" y="1150920"/>
            <a:chExt cx="2339280" cy="4334040"/>
          </a:xfrm>
        </p:grpSpPr>
        <p:sp>
          <p:nvSpPr>
            <p:cNvPr id="225" name=""/>
            <p:cNvSpPr/>
            <p:nvPr/>
          </p:nvSpPr>
          <p:spPr>
            <a:xfrm flipH="1" flipV="1" rot="5400000">
              <a:off x="3882240" y="136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6" name=""/>
            <p:cNvSpPr/>
            <p:nvPr/>
          </p:nvSpPr>
          <p:spPr>
            <a:xfrm flipH="1" flipV="1" rot="5400000">
              <a:off x="4758840" y="11048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7" name=""/>
            <p:cNvSpPr/>
            <p:nvPr/>
          </p:nvSpPr>
          <p:spPr>
            <a:xfrm flipH="1" flipV="1" rot="5400000">
              <a:off x="3882240" y="27180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8" name=""/>
            <p:cNvSpPr/>
            <p:nvPr/>
          </p:nvSpPr>
          <p:spPr>
            <a:xfrm flipH="1" flipV="1" rot="5400000">
              <a:off x="4758840" y="2455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9" name=""/>
            <p:cNvSpPr/>
            <p:nvPr/>
          </p:nvSpPr>
          <p:spPr>
            <a:xfrm flipH="1" flipV="1" rot="5400000">
              <a:off x="3882240" y="40676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0" name=""/>
            <p:cNvSpPr/>
            <p:nvPr/>
          </p:nvSpPr>
          <p:spPr>
            <a:xfrm flipH="1" flipV="1" rot="5400000">
              <a:off x="4758840" y="3806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dt" idx="31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 type="ftr" idx="32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sldNum" idx="33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2054507-3C6F-4824-A3B0-8695100B578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2103480" y="36583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7" name=""/>
          <p:cNvSpPr/>
          <p:nvPr/>
        </p:nvSpPr>
        <p:spPr>
          <a:xfrm>
            <a:off x="823320" y="-27324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8" name=""/>
          <p:cNvSpPr/>
          <p:nvPr/>
        </p:nvSpPr>
        <p:spPr>
          <a:xfrm>
            <a:off x="7955640" y="310968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"/>
          <p:cNvSpPr/>
          <p:nvPr/>
        </p:nvSpPr>
        <p:spPr>
          <a:xfrm>
            <a:off x="9601560" y="915120"/>
            <a:ext cx="164556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240" name=""/>
          <p:cNvGrpSpPr/>
          <p:nvPr/>
        </p:nvGrpSpPr>
        <p:grpSpPr>
          <a:xfrm>
            <a:off x="3836880" y="1150920"/>
            <a:ext cx="2339280" cy="4334040"/>
            <a:chOff x="3836880" y="1150920"/>
            <a:chExt cx="2339280" cy="4334040"/>
          </a:xfrm>
        </p:grpSpPr>
        <p:sp>
          <p:nvSpPr>
            <p:cNvPr id="241" name=""/>
            <p:cNvSpPr/>
            <p:nvPr/>
          </p:nvSpPr>
          <p:spPr>
            <a:xfrm flipH="1" flipV="1" rot="5400000">
              <a:off x="3882240" y="1367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6C75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2" name=""/>
            <p:cNvSpPr/>
            <p:nvPr/>
          </p:nvSpPr>
          <p:spPr>
            <a:xfrm flipH="1" flipV="1" rot="5400000">
              <a:off x="4758840" y="11048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343A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3" name=""/>
            <p:cNvSpPr/>
            <p:nvPr/>
          </p:nvSpPr>
          <p:spPr>
            <a:xfrm flipH="1" flipV="1" rot="5400000">
              <a:off x="3882240" y="271800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CED4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4" name=""/>
            <p:cNvSpPr/>
            <p:nvPr/>
          </p:nvSpPr>
          <p:spPr>
            <a:xfrm flipH="1" flipV="1" rot="5400000">
              <a:off x="4758840" y="245592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ADB5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5" name=""/>
            <p:cNvSpPr/>
            <p:nvPr/>
          </p:nvSpPr>
          <p:spPr>
            <a:xfrm flipH="1" flipV="1" rot="5400000">
              <a:off x="3882240" y="406764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6" name=""/>
            <p:cNvSpPr/>
            <p:nvPr/>
          </p:nvSpPr>
          <p:spPr>
            <a:xfrm flipH="1" flipV="1" rot="5400000">
              <a:off x="4758840" y="3806280"/>
              <a:ext cx="1371240" cy="1462680"/>
            </a:xfrm>
            <a:prstGeom prst="parallelogram">
              <a:avLst>
                <a:gd name="adj" fmla="val 50564"/>
              </a:avLst>
            </a:prstGeom>
            <a:solidFill>
              <a:srgbClr val="DEE2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dt" idx="34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ftr" idx="35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sldNum" idx="36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5CF922-DB41-470E-B31D-AF88B3920A7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ulle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3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4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5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6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8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0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1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dt" idx="3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ftr" idx="3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sldNum" idx="3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891A38C-3EAC-40A4-A3E4-4C574115027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>
            <a:off x="677196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8" name=""/>
          <p:cNvSpPr/>
          <p:nvPr/>
        </p:nvSpPr>
        <p:spPr>
          <a:xfrm>
            <a:off x="5813280" y="38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69" name=""/>
          <p:cNvSpPr/>
          <p:nvPr/>
        </p:nvSpPr>
        <p:spPr>
          <a:xfrm>
            <a:off x="7589520" y="2560320"/>
            <a:ext cx="2194200" cy="219420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0" name=""/>
          <p:cNvSpPr/>
          <p:nvPr/>
        </p:nvSpPr>
        <p:spPr>
          <a:xfrm>
            <a:off x="3200400" y="7315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1" name=""/>
          <p:cNvSpPr/>
          <p:nvPr/>
        </p:nvSpPr>
        <p:spPr>
          <a:xfrm>
            <a:off x="1424160" y="348912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72" name=""/>
          <p:cNvSpPr/>
          <p:nvPr/>
        </p:nvSpPr>
        <p:spPr>
          <a:xfrm>
            <a:off x="700920" y="1900080"/>
            <a:ext cx="1401840" cy="1848600"/>
          </a:xfrm>
          <a:custGeom>
            <a:avLst/>
            <a:gdLst>
              <a:gd name="textAreaLeft" fmla="*/ 0 w 1401840"/>
              <a:gd name="textAreaRight" fmla="*/ 1402200 w 1401840"/>
              <a:gd name="textAreaTop" fmla="*/ 0 h 1848600"/>
              <a:gd name="textAreaBottom" fmla="*/ 1848960 h 1848600"/>
            </a:gdLst>
            <a:ahLst/>
            <a:cxnLst/>
            <a:rect l="textAreaLeft" t="textAreaTop" r="textAreaRight" b="textAreaBottom"/>
            <a:pathLst>
              <a:path fill="none" w="3895" h="5136">
                <a:moveTo>
                  <a:pt x="339" y="0"/>
                </a:moveTo>
                <a:cubicBezTo>
                  <a:pt x="-931" y="2540"/>
                  <a:pt x="1609" y="5588"/>
                  <a:pt x="3895" y="508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3" name=""/>
          <p:cNvSpPr/>
          <p:nvPr/>
        </p:nvSpPr>
        <p:spPr>
          <a:xfrm>
            <a:off x="3931920" y="201168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4" name=""/>
          <p:cNvSpPr/>
          <p:nvPr/>
        </p:nvSpPr>
        <p:spPr>
          <a:xfrm>
            <a:off x="7724880" y="2103120"/>
            <a:ext cx="778680" cy="1462680"/>
          </a:xfrm>
          <a:custGeom>
            <a:avLst/>
            <a:gdLst>
              <a:gd name="textAreaLeft" fmla="*/ 0 w 778680"/>
              <a:gd name="textAreaRight" fmla="*/ 779040 w 778680"/>
              <a:gd name="textAreaTop" fmla="*/ 0 h 1462680"/>
              <a:gd name="textAreaBottom" fmla="*/ 1463040 h 1462680"/>
            </a:gdLst>
            <a:ahLst/>
            <a:cxnLst/>
            <a:rect l="textAreaLeft" t="textAreaTop" r="textAreaRight" b="textAreaBottom"/>
            <a:pathLst>
              <a:path fill="none" w="2164" h="4064">
                <a:moveTo>
                  <a:pt x="132" y="4064"/>
                </a:moveTo>
                <a:cubicBezTo>
                  <a:pt x="-630" y="3301"/>
                  <a:pt x="2164" y="3555"/>
                  <a:pt x="2164" y="2794"/>
                </a:cubicBezTo>
                <a:cubicBezTo>
                  <a:pt x="2164" y="2032"/>
                  <a:pt x="-630" y="1778"/>
                  <a:pt x="132" y="2540"/>
                </a:cubicBezTo>
                <a:cubicBezTo>
                  <a:pt x="894" y="3302"/>
                  <a:pt x="1910" y="508"/>
                  <a:pt x="894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5" name=""/>
          <p:cNvSpPr/>
          <p:nvPr/>
        </p:nvSpPr>
        <p:spPr>
          <a:xfrm>
            <a:off x="1424160" y="475488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6" name=""/>
          <p:cNvSpPr/>
          <p:nvPr/>
        </p:nvSpPr>
        <p:spPr>
          <a:xfrm>
            <a:off x="2887200" y="1300320"/>
            <a:ext cx="861480" cy="182520"/>
          </a:xfrm>
          <a:prstGeom prst="rect">
            <a:avLst/>
          </a:prstGeom>
          <a:pattFill prst="wdUpDiag">
            <a:fgClr>
              <a:srgbClr val="000000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468000" y="1800000"/>
            <a:ext cx="90716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dt" idx="40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ftr" idx="41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5"/>
          <p:cNvSpPr>
            <a:spLocks noGrp="1"/>
          </p:cNvSpPr>
          <p:nvPr>
            <p:ph type="sldNum" idx="42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577339-59DC-4F28-8B34-89C67B34267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219240" y="5233680"/>
            <a:ext cx="9652320" cy="158400"/>
          </a:xfrm>
          <a:custGeom>
            <a:avLst/>
            <a:gdLst>
              <a:gd name="textAreaLeft" fmla="*/ 0 w 9652320"/>
              <a:gd name="textAreaRight" fmla="*/ 9652680 w 965232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noFill/>
          <a:ln cap="rnd" w="57600">
            <a:solidFill>
              <a:srgbClr val="956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IN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grpSp>
        <p:nvGrpSpPr>
          <p:cNvPr id="283" name=""/>
          <p:cNvGrpSpPr/>
          <p:nvPr/>
        </p:nvGrpSpPr>
        <p:grpSpPr>
          <a:xfrm>
            <a:off x="8829000" y="72720"/>
            <a:ext cx="731520" cy="731520"/>
            <a:chOff x="8829000" y="72720"/>
            <a:chExt cx="731520" cy="731520"/>
          </a:xfrm>
        </p:grpSpPr>
        <p:sp>
          <p:nvSpPr>
            <p:cNvPr id="284" name=""/>
            <p:cNvSpPr/>
            <p:nvPr/>
          </p:nvSpPr>
          <p:spPr>
            <a:xfrm>
              <a:off x="8890200" y="193320"/>
              <a:ext cx="549360" cy="54972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549720"/>
                <a:gd name="textAreaBottom" fmla="*/ 550080 h 549720"/>
              </a:gdLst>
              <a:ahLst/>
              <a:cxnLst/>
              <a:rect l="textAreaLeft" t="textAreaTop" r="textAreaRight" b="textAreaBottom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9268200" y="72720"/>
              <a:ext cx="292320" cy="29232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86" name=""/>
            <p:cNvGrpSpPr/>
            <p:nvPr/>
          </p:nvGrpSpPr>
          <p:grpSpPr>
            <a:xfrm>
              <a:off x="8829000" y="571320"/>
              <a:ext cx="232560" cy="232920"/>
              <a:chOff x="8829000" y="571320"/>
              <a:chExt cx="232560" cy="232920"/>
            </a:xfrm>
          </p:grpSpPr>
          <p:sp>
            <p:nvSpPr>
              <p:cNvPr id="287" name=""/>
              <p:cNvSpPr/>
              <p:nvPr/>
            </p:nvSpPr>
            <p:spPr>
              <a:xfrm>
                <a:off x="8829000" y="571320"/>
                <a:ext cx="232560" cy="23292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232920"/>
                  <a:gd name="textAreaBottom" fmla="*/ 233280 h 232920"/>
                </a:gdLst>
                <a:ahLst/>
                <a:cxnLst/>
                <a:rect l="textAreaLeft" t="textAreaTop" r="textAreaRight" b="textAreaBottom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>
                <a:off x="8829000" y="688320"/>
                <a:ext cx="115920" cy="11592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115920"/>
                  <a:gd name="textAreaBottom" fmla="*/ 116280 h 115920"/>
                </a:gdLst>
                <a:ahLst/>
                <a:cxnLst/>
                <a:rect l="textAreaLeft" t="textAreaTop" r="textAreaRight" b="textAreaBottom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40000" y="250560"/>
            <a:ext cx="8279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ftr" idx="43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44"/>
          </p:nvPr>
        </p:nvSpPr>
        <p:spPr>
          <a:xfrm>
            <a:off x="7200000" y="5400000"/>
            <a:ext cx="23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61C655-FBE2-48AB-A5EC-FAF7305ECB12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dt" idx="45"/>
          </p:nvPr>
        </p:nvSpPr>
        <p:spPr>
          <a:xfrm>
            <a:off x="540000" y="5400000"/>
            <a:ext cx="23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1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encil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219240" y="5233680"/>
            <a:ext cx="9652320" cy="158400"/>
          </a:xfrm>
          <a:custGeom>
            <a:avLst/>
            <a:gdLst>
              <a:gd name="textAreaLeft" fmla="*/ 0 w 9652320"/>
              <a:gd name="textAreaRight" fmla="*/ 9652680 w 965232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noFill/>
          <a:ln cap="rnd" w="57600">
            <a:solidFill>
              <a:srgbClr val="956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IN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grpSp>
        <p:nvGrpSpPr>
          <p:cNvPr id="294" name=""/>
          <p:cNvGrpSpPr/>
          <p:nvPr/>
        </p:nvGrpSpPr>
        <p:grpSpPr>
          <a:xfrm>
            <a:off x="8829000" y="72720"/>
            <a:ext cx="731520" cy="731520"/>
            <a:chOff x="8829000" y="72720"/>
            <a:chExt cx="731520" cy="731520"/>
          </a:xfrm>
        </p:grpSpPr>
        <p:sp>
          <p:nvSpPr>
            <p:cNvPr id="284" name=""/>
            <p:cNvSpPr/>
            <p:nvPr/>
          </p:nvSpPr>
          <p:spPr>
            <a:xfrm>
              <a:off x="8890200" y="193320"/>
              <a:ext cx="549360" cy="54972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549720"/>
                <a:gd name="textAreaBottom" fmla="*/ 550080 h 549720"/>
              </a:gdLst>
              <a:ahLst/>
              <a:cxnLst/>
              <a:rect l="textAreaLeft" t="textAreaTop" r="textAreaRight" b="textAreaBottom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9268200" y="72720"/>
              <a:ext cx="292320" cy="29232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295" name=""/>
            <p:cNvGrpSpPr/>
            <p:nvPr/>
          </p:nvGrpSpPr>
          <p:grpSpPr>
            <a:xfrm>
              <a:off x="8829000" y="571320"/>
              <a:ext cx="232560" cy="232920"/>
              <a:chOff x="8829000" y="571320"/>
              <a:chExt cx="232560" cy="232920"/>
            </a:xfrm>
          </p:grpSpPr>
          <p:sp>
            <p:nvSpPr>
              <p:cNvPr id="287" name=""/>
              <p:cNvSpPr/>
              <p:nvPr/>
            </p:nvSpPr>
            <p:spPr>
              <a:xfrm>
                <a:off x="8829000" y="571320"/>
                <a:ext cx="232560" cy="23292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232920"/>
                  <a:gd name="textAreaBottom" fmla="*/ 233280 h 232920"/>
                </a:gdLst>
                <a:ahLst/>
                <a:cxnLst/>
                <a:rect l="textAreaLeft" t="textAreaTop" r="textAreaRight" b="textAreaBottom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>
                <a:off x="8829000" y="688320"/>
                <a:ext cx="115920" cy="11592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115920"/>
                  <a:gd name="textAreaBottom" fmla="*/ 116280 h 115920"/>
                </a:gdLst>
                <a:ahLst/>
                <a:cxnLst/>
                <a:rect l="textAreaLeft" t="textAreaTop" r="textAreaRight" b="textAreaBottom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540000" y="250560"/>
            <a:ext cx="8279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ftr" idx="46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7"/>
          </p:nvPr>
        </p:nvSpPr>
        <p:spPr>
          <a:xfrm>
            <a:off x="7200000" y="5400000"/>
            <a:ext cx="23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1B0417-FC8F-46F1-B3A0-AA4D3D0A36B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 type="dt" idx="48"/>
          </p:nvPr>
        </p:nvSpPr>
        <p:spPr>
          <a:xfrm>
            <a:off x="540000" y="5400000"/>
            <a:ext cx="23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1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1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219240" y="5233680"/>
            <a:ext cx="9652320" cy="158400"/>
          </a:xfrm>
          <a:custGeom>
            <a:avLst/>
            <a:gdLst>
              <a:gd name="textAreaLeft" fmla="*/ 0 w 9652320"/>
              <a:gd name="textAreaRight" fmla="*/ 9652680 w 9652320"/>
              <a:gd name="textAreaTop" fmla="*/ 0 h 158400"/>
              <a:gd name="textAreaBottom" fmla="*/ 158760 h 158400"/>
            </a:gdLst>
            <a:ahLst/>
            <a:cxnLst/>
            <a:rect l="textAreaLeft" t="textAreaTop" r="textAreaRight" b="textAreaBottom"/>
            <a:pathLst>
              <a:path fill="none" w="26813" h="441">
                <a:moveTo>
                  <a:pt x="0" y="368"/>
                </a:moveTo>
                <a:cubicBezTo>
                  <a:pt x="314" y="441"/>
                  <a:pt x="2248" y="454"/>
                  <a:pt x="2487" y="415"/>
                </a:cubicBezTo>
                <a:cubicBezTo>
                  <a:pt x="2727" y="376"/>
                  <a:pt x="5302" y="253"/>
                  <a:pt x="5509" y="293"/>
                </a:cubicBezTo>
                <a:cubicBezTo>
                  <a:pt x="5716" y="333"/>
                  <a:pt x="8687" y="186"/>
                  <a:pt x="8880" y="236"/>
                </a:cubicBezTo>
                <a:cubicBezTo>
                  <a:pt x="9073" y="285"/>
                  <a:pt x="12054" y="183"/>
                  <a:pt x="12227" y="198"/>
                </a:cubicBezTo>
                <a:cubicBezTo>
                  <a:pt x="12399" y="213"/>
                  <a:pt x="15703" y="393"/>
                  <a:pt x="16132" y="434"/>
                </a:cubicBezTo>
                <a:cubicBezTo>
                  <a:pt x="16559" y="475"/>
                  <a:pt x="18813" y="312"/>
                  <a:pt x="19153" y="321"/>
                </a:cubicBezTo>
                <a:cubicBezTo>
                  <a:pt x="19495" y="330"/>
                  <a:pt x="20618" y="355"/>
                  <a:pt x="21071" y="349"/>
                </a:cubicBezTo>
                <a:cubicBezTo>
                  <a:pt x="21524" y="343"/>
                  <a:pt x="22759" y="224"/>
                  <a:pt x="23432" y="293"/>
                </a:cubicBezTo>
                <a:cubicBezTo>
                  <a:pt x="24105" y="361"/>
                  <a:pt x="24643" y="347"/>
                  <a:pt x="25255" y="330"/>
                </a:cubicBezTo>
                <a:cubicBezTo>
                  <a:pt x="25868" y="313"/>
                  <a:pt x="26294" y="110"/>
                  <a:pt x="26813" y="0"/>
                </a:cubicBezTo>
              </a:path>
            </a:pathLst>
          </a:custGeom>
          <a:noFill/>
          <a:ln cap="rnd" w="57600">
            <a:solidFill>
              <a:srgbClr val="9561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040" tIns="14040" rIns="14040" bIns="14040" anchor="t">
            <a:noAutofit/>
          </a:bodyPr>
          <a:p>
            <a:endParaRPr lang="en-IN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grpSp>
        <p:nvGrpSpPr>
          <p:cNvPr id="302" name=""/>
          <p:cNvGrpSpPr/>
          <p:nvPr/>
        </p:nvGrpSpPr>
        <p:grpSpPr>
          <a:xfrm>
            <a:off x="8829000" y="72720"/>
            <a:ext cx="731520" cy="731520"/>
            <a:chOff x="8829000" y="72720"/>
            <a:chExt cx="731520" cy="731520"/>
          </a:xfrm>
        </p:grpSpPr>
        <p:sp>
          <p:nvSpPr>
            <p:cNvPr id="303" name=""/>
            <p:cNvSpPr/>
            <p:nvPr/>
          </p:nvSpPr>
          <p:spPr>
            <a:xfrm>
              <a:off x="8890200" y="193320"/>
              <a:ext cx="549360" cy="549720"/>
            </a:xfrm>
            <a:custGeom>
              <a:avLst/>
              <a:gdLst>
                <a:gd name="textAreaLeft" fmla="*/ 0 w 549360"/>
                <a:gd name="textAreaRight" fmla="*/ 549720 w 549360"/>
                <a:gd name="textAreaTop" fmla="*/ 0 h 549720"/>
                <a:gd name="textAreaBottom" fmla="*/ 550080 h 549720"/>
              </a:gdLst>
              <a:ahLst/>
              <a:cxnLst/>
              <a:rect l="textAreaLeft" t="textAreaTop" r="textAreaRight" b="textAreaBottom"/>
              <a:pathLst>
                <a:path w="1527" h="1528">
                  <a:moveTo>
                    <a:pt x="955" y="0"/>
                  </a:moveTo>
                  <a:lnTo>
                    <a:pt x="0" y="955"/>
                  </a:lnTo>
                  <a:lnTo>
                    <a:pt x="573" y="1528"/>
                  </a:lnTo>
                  <a:lnTo>
                    <a:pt x="1527" y="573"/>
                  </a:lnTo>
                  <a:lnTo>
                    <a:pt x="1432" y="478"/>
                  </a:lnTo>
                  <a:lnTo>
                    <a:pt x="572" y="1337"/>
                  </a:lnTo>
                  <a:lnTo>
                    <a:pt x="478" y="1241"/>
                  </a:lnTo>
                  <a:lnTo>
                    <a:pt x="1337" y="381"/>
                  </a:lnTo>
                  <a:lnTo>
                    <a:pt x="1146" y="191"/>
                  </a:lnTo>
                  <a:lnTo>
                    <a:pt x="287" y="1050"/>
                  </a:lnTo>
                  <a:lnTo>
                    <a:pt x="191" y="954"/>
                  </a:lnTo>
                  <a:lnTo>
                    <a:pt x="1050" y="95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F3980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9268200" y="72720"/>
              <a:ext cx="292320" cy="292320"/>
            </a:xfrm>
            <a:custGeom>
              <a:avLst/>
              <a:gdLst>
                <a:gd name="textAreaLeft" fmla="*/ 0 w 292320"/>
                <a:gd name="textAreaRight" fmla="*/ 292680 w 29232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813" h="813">
                  <a:moveTo>
                    <a:pt x="0" y="240"/>
                  </a:moveTo>
                  <a:lnTo>
                    <a:pt x="207" y="33"/>
                  </a:lnTo>
                  <a:cubicBezTo>
                    <a:pt x="221" y="19"/>
                    <a:pt x="238" y="9"/>
                    <a:pt x="257" y="4"/>
                  </a:cubicBezTo>
                  <a:cubicBezTo>
                    <a:pt x="276" y="-1"/>
                    <a:pt x="296" y="-1"/>
                    <a:pt x="315" y="4"/>
                  </a:cubicBezTo>
                  <a:cubicBezTo>
                    <a:pt x="334" y="9"/>
                    <a:pt x="352" y="19"/>
                    <a:pt x="365" y="33"/>
                  </a:cubicBezTo>
                  <a:lnTo>
                    <a:pt x="780" y="447"/>
                  </a:lnTo>
                  <a:cubicBezTo>
                    <a:pt x="794" y="461"/>
                    <a:pt x="804" y="478"/>
                    <a:pt x="809" y="497"/>
                  </a:cubicBezTo>
                  <a:cubicBezTo>
                    <a:pt x="814" y="516"/>
                    <a:pt x="814" y="536"/>
                    <a:pt x="809" y="555"/>
                  </a:cubicBezTo>
                  <a:cubicBezTo>
                    <a:pt x="804" y="574"/>
                    <a:pt x="793" y="592"/>
                    <a:pt x="780" y="605"/>
                  </a:cubicBezTo>
                  <a:lnTo>
                    <a:pt x="573" y="813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78171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IN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grpSp>
          <p:nvGrpSpPr>
            <p:cNvPr id="305" name=""/>
            <p:cNvGrpSpPr/>
            <p:nvPr/>
          </p:nvGrpSpPr>
          <p:grpSpPr>
            <a:xfrm>
              <a:off x="8829000" y="571320"/>
              <a:ext cx="232560" cy="232920"/>
              <a:chOff x="8829000" y="571320"/>
              <a:chExt cx="232560" cy="232920"/>
            </a:xfrm>
          </p:grpSpPr>
          <p:sp>
            <p:nvSpPr>
              <p:cNvPr id="306" name=""/>
              <p:cNvSpPr/>
              <p:nvPr/>
            </p:nvSpPr>
            <p:spPr>
              <a:xfrm>
                <a:off x="8829000" y="571320"/>
                <a:ext cx="232560" cy="232920"/>
              </a:xfrm>
              <a:custGeom>
                <a:avLst/>
                <a:gdLst>
                  <a:gd name="textAreaLeft" fmla="*/ 0 w 232560"/>
                  <a:gd name="textAreaRight" fmla="*/ 232920 w 232560"/>
                  <a:gd name="textAreaTop" fmla="*/ 0 h 232920"/>
                  <a:gd name="textAreaBottom" fmla="*/ 233280 h 232920"/>
                </a:gdLst>
                <a:ahLst/>
                <a:cxnLst/>
                <a:rect l="textAreaLeft" t="textAreaTop" r="textAreaRight" b="textAreaBottom"/>
                <a:pathLst>
                  <a:path w="647" h="648">
                    <a:moveTo>
                      <a:pt x="647" y="572"/>
                    </a:moveTo>
                    <a:lnTo>
                      <a:pt x="0" y="648"/>
                    </a:lnTo>
                    <a:lnTo>
                      <a:pt x="75" y="0"/>
                    </a:lnTo>
                    <a:lnTo>
                      <a:pt x="647" y="572"/>
                    </a:lnTo>
                    <a:close/>
                  </a:path>
                </a:pathLst>
              </a:custGeom>
              <a:solidFill>
                <a:srgbClr val="F5B09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1400" b="1" u="none" strike="noStrike">
                  <a:solidFill>
                    <a:srgbClr val="000000"/>
                  </a:solidFill>
                  <a:effectLst/>
                  <a:uFillTx/>
                  <a:latin typeface="Noto Sans"/>
                </a:endParaRPr>
              </a:p>
            </p:txBody>
          </p:sp>
          <p:sp>
            <p:nvSpPr>
              <p:cNvPr id="307" name=""/>
              <p:cNvSpPr/>
              <p:nvPr/>
            </p:nvSpPr>
            <p:spPr>
              <a:xfrm>
                <a:off x="8829000" y="688320"/>
                <a:ext cx="115920" cy="115920"/>
              </a:xfrm>
              <a:custGeom>
                <a:avLst/>
                <a:gdLst>
                  <a:gd name="textAreaLeft" fmla="*/ 0 w 115920"/>
                  <a:gd name="textAreaRight" fmla="*/ 116280 w 115920"/>
                  <a:gd name="textAreaTop" fmla="*/ 0 h 115920"/>
                  <a:gd name="textAreaBottom" fmla="*/ 116280 h 115920"/>
                </a:gdLst>
                <a:ahLst/>
                <a:cxnLst/>
                <a:rect l="textAreaLeft" t="textAreaTop" r="textAreaRight" b="textAreaBottom"/>
                <a:pathLst>
                  <a:path w="323" h="323">
                    <a:moveTo>
                      <a:pt x="323" y="286"/>
                    </a:moveTo>
                    <a:lnTo>
                      <a:pt x="0" y="323"/>
                    </a:lnTo>
                    <a:lnTo>
                      <a:pt x="36" y="0"/>
                    </a:lnTo>
                    <a:lnTo>
                      <a:pt x="323" y="28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tIns="0" rIns="0" bIns="0" anchor="t">
                <a:noAutofit/>
              </a:bodyPr>
              <a:p>
                <a:endParaRPr lang="en-IN" sz="1400" b="1" u="none" strike="noStrike">
                  <a:solidFill>
                    <a:srgbClr val="FFFFFF"/>
                  </a:solidFill>
                  <a:effectLst/>
                  <a:uFillTx/>
                  <a:latin typeface="Noto Sans"/>
                </a:endParaRPr>
              </a:p>
            </p:txBody>
          </p:sp>
        </p:grpSp>
      </p:grpSp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40000" y="250560"/>
            <a:ext cx="827964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4391280" cy="39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body"/>
          </p:nvPr>
        </p:nvSpPr>
        <p:spPr>
          <a:xfrm>
            <a:off x="5151600" y="1260000"/>
            <a:ext cx="4391280" cy="39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indent="-324000" algn="l">
              <a:spcBef>
                <a:spcPts val="1057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ftr" idx="49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sldNum" idx="50"/>
          </p:nvPr>
        </p:nvSpPr>
        <p:spPr>
          <a:xfrm>
            <a:off x="7200000" y="5400000"/>
            <a:ext cx="23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780433-CB50-4711-A68E-F6CD58B8E20A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6"/>
          <p:cNvSpPr>
            <a:spLocks noGrp="1"/>
          </p:cNvSpPr>
          <p:nvPr>
            <p:ph type="dt" idx="51"/>
          </p:nvPr>
        </p:nvSpPr>
        <p:spPr>
          <a:xfrm>
            <a:off x="540000" y="5400000"/>
            <a:ext cx="2339640" cy="26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1.jpeg"/><Relationship Id="rId5" Type="http://schemas.openxmlformats.org/officeDocument/2006/relationships/image" Target="../media/image1.jpeg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"/>
          <p:cNvGrpSpPr/>
          <p:nvPr/>
        </p:nvGrpSpPr>
        <p:grpSpPr>
          <a:xfrm>
            <a:off x="2982960" y="1548000"/>
            <a:ext cx="5982120" cy="3325680"/>
            <a:chOff x="2982960" y="1548000"/>
            <a:chExt cx="5982120" cy="3325680"/>
          </a:xfrm>
        </p:grpSpPr>
        <p:sp>
          <p:nvSpPr>
            <p:cNvPr id="55" name=""/>
            <p:cNvSpPr/>
            <p:nvPr/>
          </p:nvSpPr>
          <p:spPr>
            <a:xfrm>
              <a:off x="3570480" y="1888200"/>
              <a:ext cx="4926960" cy="2622960"/>
            </a:xfrm>
            <a:prstGeom prst="rect">
              <a:avLst/>
            </a:prstGeom>
            <a:solidFill>
              <a:srgbClr val="E9EC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3763800" y="1585440"/>
              <a:ext cx="4926960" cy="2622960"/>
            </a:xfrm>
            <a:prstGeom prst="rect">
              <a:avLst/>
            </a:prstGeom>
            <a:noFill/>
            <a:ln w="18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9000" tIns="54000" rIns="99000" bIns="54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3844800" y="154800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IN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“</a:t>
              </a:r>
              <a:endParaRPr lang="en-IN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7868160" y="3399840"/>
              <a:ext cx="1096920" cy="1473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IN" sz="8000" b="0" u="none" strike="noStrike">
                  <a:solidFill>
                    <a:srgbClr val="000000"/>
                  </a:solidFill>
                  <a:effectLst/>
                  <a:uFillTx/>
                  <a:latin typeface="Noto Sans"/>
                </a:rPr>
                <a:t>”</a:t>
              </a:r>
              <a:endParaRPr lang="en-IN" sz="8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2982960" y="4117320"/>
              <a:ext cx="1044360" cy="302400"/>
            </a:xfrm>
            <a:prstGeom prst="rect">
              <a:avLst/>
            </a:prstGeom>
            <a:pattFill prst="wdUpDiag">
              <a:fgClr>
                <a:srgbClr val="000000"/>
              </a:fgClr>
              <a:bgClr>
                <a:srgbClr val="FFFFFF">
                  <a:alpha val="0"/>
                </a:srgbClr>
              </a:bgClr>
            </a:patt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60" name=""/>
          <p:cNvGrpSpPr/>
          <p:nvPr/>
        </p:nvGrpSpPr>
        <p:grpSpPr>
          <a:xfrm>
            <a:off x="-927000" y="-375120"/>
            <a:ext cx="3795840" cy="6389280"/>
            <a:chOff x="-927000" y="-375120"/>
            <a:chExt cx="3795840" cy="6389280"/>
          </a:xfrm>
        </p:grpSpPr>
        <p:sp>
          <p:nvSpPr>
            <p:cNvPr id="61" name=""/>
            <p:cNvSpPr/>
            <p:nvPr/>
          </p:nvSpPr>
          <p:spPr>
            <a:xfrm rot="5400000">
              <a:off x="460080" y="-2217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1144440" y="-213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2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3" name=""/>
            <p:cNvSpPr/>
            <p:nvPr/>
          </p:nvSpPr>
          <p:spPr>
            <a:xfrm rot="5400000">
              <a:off x="-231120" y="450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448200" y="456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5" name=""/>
            <p:cNvSpPr/>
            <p:nvPr/>
          </p:nvSpPr>
          <p:spPr>
            <a:xfrm rot="5400000">
              <a:off x="439200" y="11408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3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1124280" y="1149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-927000" y="1809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4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8" name=""/>
            <p:cNvSpPr/>
            <p:nvPr/>
          </p:nvSpPr>
          <p:spPr>
            <a:xfrm rot="5400000">
              <a:off x="-245160" y="1815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212529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430560" y="1824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0" name=""/>
            <p:cNvSpPr/>
            <p:nvPr/>
          </p:nvSpPr>
          <p:spPr>
            <a:xfrm rot="5400000">
              <a:off x="1113840" y="18334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1796040" y="18396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-253440" y="24984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3" name=""/>
            <p:cNvSpPr/>
            <p:nvPr/>
          </p:nvSpPr>
          <p:spPr>
            <a:xfrm rot="5400000">
              <a:off x="422280" y="250812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4" name=""/>
            <p:cNvSpPr/>
            <p:nvPr/>
          </p:nvSpPr>
          <p:spPr>
            <a:xfrm rot="5400000">
              <a:off x="-262440" y="31802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DEE2E6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-271440" y="386244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blipFill rotWithShape="0">
              <a:blip r:embed="rId5"/>
              <a:srcRect/>
              <a:tile tx="0" ty="0" sx="74468" sy="74468" algn="ctr"/>
            </a:blipFill>
            <a:ln w="0">
              <a:solidFill>
                <a:srgbClr val="000000"/>
              </a:solidFill>
            </a:ln>
            <a:effectLst>
              <a:outerShdw dir="2700000" dist="101823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6" name=""/>
            <p:cNvSpPr/>
            <p:nvPr/>
          </p:nvSpPr>
          <p:spPr>
            <a:xfrm rot="5400000">
              <a:off x="409680" y="38721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E9ECEF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7" name=""/>
            <p:cNvSpPr/>
            <p:nvPr/>
          </p:nvSpPr>
          <p:spPr>
            <a:xfrm rot="5400000">
              <a:off x="-282960" y="454500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343A40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399600" y="455436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6C757D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-291240" y="52282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F8F9F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1070640" y="5248080"/>
              <a:ext cx="1072800" cy="766080"/>
            </a:xfrm>
            <a:custGeom>
              <a:avLst/>
              <a:gdLst>
                <a:gd name="textAreaLeft" fmla="*/ 278280 w 1072800"/>
                <a:gd name="textAreaRight" fmla="*/ 794880 w 1072800"/>
                <a:gd name="textAreaTop" fmla="*/ 258840 h 766080"/>
                <a:gd name="textAreaBottom" fmla="*/ 507600 h 766080"/>
                <a:gd name="GluePoint1X" fmla="*/ 10800 w 21600"/>
                <a:gd name="GluePoint1Y" fmla="*/ 0 h 21600"/>
                <a:gd name="GluePoint2X" fmla="*/ 0 w 21600"/>
                <a:gd name="GluePoint2Y" fmla="*/ 10800 h 21600"/>
                <a:gd name="GluePoint3X" fmla="*/ 10800 w 21600"/>
                <a:gd name="GluePoint3Y" fmla="*/ 21600 h 21600"/>
                <a:gd name="GluePoint4X" fmla="*/ 21600 w 21600"/>
                <a:gd name="GluePoint4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822" y="20239"/>
                  </a:moveTo>
                  <a:cubicBezTo>
                    <a:pt x="5451" y="20418"/>
                    <a:pt x="7281" y="21646"/>
                    <a:pt x="8714" y="20776"/>
                  </a:cubicBezTo>
                  <a:cubicBezTo>
                    <a:pt x="8865" y="20686"/>
                    <a:pt x="8964" y="20455"/>
                    <a:pt x="9019" y="20239"/>
                  </a:cubicBezTo>
                  <a:cubicBezTo>
                    <a:pt x="9071" y="20036"/>
                    <a:pt x="9053" y="19804"/>
                    <a:pt x="9019" y="19597"/>
                  </a:cubicBezTo>
                  <a:cubicBezTo>
                    <a:pt x="8966" y="19288"/>
                    <a:pt x="8781" y="19048"/>
                    <a:pt x="8714" y="18743"/>
                  </a:cubicBezTo>
                  <a:cubicBezTo>
                    <a:pt x="8601" y="18227"/>
                    <a:pt x="8526" y="17674"/>
                    <a:pt x="8560" y="17138"/>
                  </a:cubicBezTo>
                  <a:cubicBezTo>
                    <a:pt x="8584" y="16800"/>
                    <a:pt x="8662" y="16459"/>
                    <a:pt x="8790" y="16170"/>
                  </a:cubicBezTo>
                  <a:cubicBezTo>
                    <a:pt x="8923" y="15870"/>
                    <a:pt x="9117" y="15626"/>
                    <a:pt x="9326" y="15422"/>
                  </a:cubicBezTo>
                  <a:cubicBezTo>
                    <a:pt x="9578" y="15179"/>
                    <a:pt x="9865" y="14979"/>
                    <a:pt x="10164" y="14886"/>
                  </a:cubicBezTo>
                  <a:cubicBezTo>
                    <a:pt x="10338" y="14833"/>
                    <a:pt x="10527" y="14833"/>
                    <a:pt x="10701" y="14886"/>
                  </a:cubicBezTo>
                  <a:cubicBezTo>
                    <a:pt x="11112" y="15016"/>
                    <a:pt x="11507" y="15284"/>
                    <a:pt x="11846" y="15638"/>
                  </a:cubicBezTo>
                  <a:cubicBezTo>
                    <a:pt x="12122" y="15922"/>
                    <a:pt x="12397" y="16268"/>
                    <a:pt x="12534" y="16707"/>
                  </a:cubicBezTo>
                  <a:cubicBezTo>
                    <a:pt x="12687" y="17203"/>
                    <a:pt x="12716" y="17792"/>
                    <a:pt x="12641" y="18321"/>
                  </a:cubicBezTo>
                  <a:cubicBezTo>
                    <a:pt x="12586" y="18707"/>
                    <a:pt x="12368" y="19012"/>
                    <a:pt x="12246" y="19365"/>
                  </a:cubicBezTo>
                  <a:cubicBezTo>
                    <a:pt x="12151" y="19646"/>
                    <a:pt x="12009" y="19914"/>
                    <a:pt x="11983" y="20223"/>
                  </a:cubicBezTo>
                  <a:cubicBezTo>
                    <a:pt x="11962" y="20471"/>
                    <a:pt x="11930" y="20808"/>
                    <a:pt x="12070" y="20963"/>
                  </a:cubicBezTo>
                  <a:cubicBezTo>
                    <a:pt x="13488" y="22552"/>
                    <a:pt x="15695" y="20678"/>
                    <a:pt x="17507" y="20532"/>
                  </a:cubicBezTo>
                  <a:lnTo>
                    <a:pt x="17542" y="20524"/>
                  </a:lnTo>
                  <a:cubicBezTo>
                    <a:pt x="17438" y="17983"/>
                    <a:pt x="16101" y="14890"/>
                    <a:pt x="17235" y="12902"/>
                  </a:cubicBezTo>
                  <a:cubicBezTo>
                    <a:pt x="17345" y="12707"/>
                    <a:pt x="17586" y="12752"/>
                    <a:pt x="17762" y="12780"/>
                  </a:cubicBezTo>
                  <a:cubicBezTo>
                    <a:pt x="17983" y="12817"/>
                    <a:pt x="18174" y="13016"/>
                    <a:pt x="18374" y="13150"/>
                  </a:cubicBezTo>
                  <a:cubicBezTo>
                    <a:pt x="18627" y="13321"/>
                    <a:pt x="18844" y="13626"/>
                    <a:pt x="19120" y="13703"/>
                  </a:cubicBezTo>
                  <a:cubicBezTo>
                    <a:pt x="19497" y="13809"/>
                    <a:pt x="19917" y="13768"/>
                    <a:pt x="20271" y="13553"/>
                  </a:cubicBezTo>
                  <a:cubicBezTo>
                    <a:pt x="20584" y="13362"/>
                    <a:pt x="20831" y="12975"/>
                    <a:pt x="21034" y="12589"/>
                  </a:cubicBezTo>
                  <a:cubicBezTo>
                    <a:pt x="21286" y="12114"/>
                    <a:pt x="21477" y="11561"/>
                    <a:pt x="21570" y="10984"/>
                  </a:cubicBezTo>
                  <a:cubicBezTo>
                    <a:pt x="21608" y="10740"/>
                    <a:pt x="21608" y="10476"/>
                    <a:pt x="21570" y="10232"/>
                  </a:cubicBezTo>
                  <a:cubicBezTo>
                    <a:pt x="21504" y="9813"/>
                    <a:pt x="21361" y="9411"/>
                    <a:pt x="21187" y="9057"/>
                  </a:cubicBezTo>
                  <a:cubicBezTo>
                    <a:pt x="21042" y="8764"/>
                    <a:pt x="20868" y="8492"/>
                    <a:pt x="20654" y="8305"/>
                  </a:cubicBezTo>
                  <a:cubicBezTo>
                    <a:pt x="20448" y="8126"/>
                    <a:pt x="20204" y="8016"/>
                    <a:pt x="19964" y="7984"/>
                  </a:cubicBezTo>
                  <a:cubicBezTo>
                    <a:pt x="19581" y="7935"/>
                    <a:pt x="19186" y="8041"/>
                    <a:pt x="18818" y="8199"/>
                  </a:cubicBezTo>
                  <a:cubicBezTo>
                    <a:pt x="18601" y="8293"/>
                    <a:pt x="18429" y="8553"/>
                    <a:pt x="18209" y="8626"/>
                  </a:cubicBezTo>
                  <a:cubicBezTo>
                    <a:pt x="18061" y="8675"/>
                    <a:pt x="17896" y="8699"/>
                    <a:pt x="17751" y="8626"/>
                  </a:cubicBezTo>
                  <a:cubicBezTo>
                    <a:pt x="17597" y="8549"/>
                    <a:pt x="17432" y="8411"/>
                    <a:pt x="17368" y="8199"/>
                  </a:cubicBezTo>
                  <a:cubicBezTo>
                    <a:pt x="16747" y="6191"/>
                    <a:pt x="17623" y="3631"/>
                    <a:pt x="17751" y="1342"/>
                  </a:cubicBezTo>
                  <a:lnTo>
                    <a:pt x="17722" y="1358"/>
                  </a:lnTo>
                  <a:cubicBezTo>
                    <a:pt x="16089" y="1180"/>
                    <a:pt x="14262" y="-48"/>
                    <a:pt x="12829" y="822"/>
                  </a:cubicBezTo>
                  <a:cubicBezTo>
                    <a:pt x="12679" y="911"/>
                    <a:pt x="12580" y="1143"/>
                    <a:pt x="12525" y="1358"/>
                  </a:cubicBezTo>
                  <a:cubicBezTo>
                    <a:pt x="12473" y="1562"/>
                    <a:pt x="12490" y="1793"/>
                    <a:pt x="12525" y="2001"/>
                  </a:cubicBezTo>
                  <a:cubicBezTo>
                    <a:pt x="12577" y="2310"/>
                    <a:pt x="12763" y="2549"/>
                    <a:pt x="12829" y="2854"/>
                  </a:cubicBezTo>
                  <a:cubicBezTo>
                    <a:pt x="12942" y="3370"/>
                    <a:pt x="13018" y="3923"/>
                    <a:pt x="12983" y="4460"/>
                  </a:cubicBezTo>
                  <a:cubicBezTo>
                    <a:pt x="12960" y="4797"/>
                    <a:pt x="12882" y="5139"/>
                    <a:pt x="12754" y="5427"/>
                  </a:cubicBezTo>
                  <a:cubicBezTo>
                    <a:pt x="12621" y="5728"/>
                    <a:pt x="12426" y="5972"/>
                    <a:pt x="12217" y="6175"/>
                  </a:cubicBezTo>
                  <a:cubicBezTo>
                    <a:pt x="11965" y="6419"/>
                    <a:pt x="11678" y="6618"/>
                    <a:pt x="11379" y="6712"/>
                  </a:cubicBezTo>
                  <a:cubicBezTo>
                    <a:pt x="11205" y="6765"/>
                    <a:pt x="11017" y="6765"/>
                    <a:pt x="10843" y="6712"/>
                  </a:cubicBezTo>
                  <a:cubicBezTo>
                    <a:pt x="10431" y="6582"/>
                    <a:pt x="10037" y="6313"/>
                    <a:pt x="9697" y="5960"/>
                  </a:cubicBezTo>
                  <a:cubicBezTo>
                    <a:pt x="9422" y="5675"/>
                    <a:pt x="9146" y="5330"/>
                    <a:pt x="9010" y="4891"/>
                  </a:cubicBezTo>
                  <a:cubicBezTo>
                    <a:pt x="8856" y="4395"/>
                    <a:pt x="8827" y="3805"/>
                    <a:pt x="8903" y="3277"/>
                  </a:cubicBezTo>
                  <a:cubicBezTo>
                    <a:pt x="8958" y="2891"/>
                    <a:pt x="9175" y="2586"/>
                    <a:pt x="9297" y="2232"/>
                  </a:cubicBezTo>
                  <a:cubicBezTo>
                    <a:pt x="9393" y="1952"/>
                    <a:pt x="9535" y="1684"/>
                    <a:pt x="9561" y="1375"/>
                  </a:cubicBezTo>
                  <a:cubicBezTo>
                    <a:pt x="9581" y="1127"/>
                    <a:pt x="9613" y="789"/>
                    <a:pt x="9474" y="635"/>
                  </a:cubicBezTo>
                  <a:cubicBezTo>
                    <a:pt x="8056" y="-954"/>
                    <a:pt x="5849" y="924"/>
                    <a:pt x="4036" y="1066"/>
                  </a:cubicBezTo>
                  <a:lnTo>
                    <a:pt x="4057" y="1127"/>
                  </a:lnTo>
                  <a:cubicBezTo>
                    <a:pt x="4158" y="3667"/>
                    <a:pt x="5498" y="6760"/>
                    <a:pt x="4364" y="8748"/>
                  </a:cubicBezTo>
                  <a:cubicBezTo>
                    <a:pt x="4254" y="8943"/>
                    <a:pt x="4013" y="8899"/>
                    <a:pt x="3836" y="8870"/>
                  </a:cubicBezTo>
                  <a:cubicBezTo>
                    <a:pt x="3616" y="8833"/>
                    <a:pt x="3424" y="8634"/>
                    <a:pt x="3224" y="8500"/>
                  </a:cubicBezTo>
                  <a:cubicBezTo>
                    <a:pt x="2972" y="8329"/>
                    <a:pt x="2754" y="8025"/>
                    <a:pt x="2479" y="7947"/>
                  </a:cubicBezTo>
                  <a:cubicBezTo>
                    <a:pt x="2102" y="7842"/>
                    <a:pt x="1681" y="7882"/>
                    <a:pt x="1328" y="8098"/>
                  </a:cubicBezTo>
                  <a:cubicBezTo>
                    <a:pt x="1014" y="8289"/>
                    <a:pt x="768" y="8675"/>
                    <a:pt x="565" y="9061"/>
                  </a:cubicBezTo>
                  <a:cubicBezTo>
                    <a:pt x="312" y="9537"/>
                    <a:pt x="121" y="10089"/>
                    <a:pt x="28" y="10667"/>
                  </a:cubicBezTo>
                  <a:cubicBezTo>
                    <a:pt x="-9" y="10911"/>
                    <a:pt x="-9" y="11175"/>
                    <a:pt x="28" y="11419"/>
                  </a:cubicBezTo>
                  <a:cubicBezTo>
                    <a:pt x="95" y="11837"/>
                    <a:pt x="237" y="12240"/>
                    <a:pt x="411" y="12593"/>
                  </a:cubicBezTo>
                  <a:cubicBezTo>
                    <a:pt x="556" y="12886"/>
                    <a:pt x="730" y="13158"/>
                    <a:pt x="945" y="13345"/>
                  </a:cubicBezTo>
                  <a:cubicBezTo>
                    <a:pt x="1151" y="13524"/>
                    <a:pt x="1394" y="13634"/>
                    <a:pt x="1635" y="13666"/>
                  </a:cubicBezTo>
                  <a:cubicBezTo>
                    <a:pt x="2018" y="13715"/>
                    <a:pt x="2412" y="13610"/>
                    <a:pt x="2780" y="13451"/>
                  </a:cubicBezTo>
                  <a:cubicBezTo>
                    <a:pt x="2998" y="13358"/>
                    <a:pt x="3169" y="13097"/>
                    <a:pt x="3390" y="13024"/>
                  </a:cubicBezTo>
                  <a:cubicBezTo>
                    <a:pt x="3537" y="12975"/>
                    <a:pt x="3703" y="12951"/>
                    <a:pt x="3848" y="13024"/>
                  </a:cubicBezTo>
                  <a:cubicBezTo>
                    <a:pt x="4001" y="13101"/>
                    <a:pt x="4167" y="13240"/>
                    <a:pt x="4231" y="13451"/>
                  </a:cubicBezTo>
                  <a:cubicBezTo>
                    <a:pt x="4851" y="15459"/>
                    <a:pt x="3975" y="18024"/>
                    <a:pt x="3848" y="20308"/>
                  </a:cubicBezTo>
                  <a:lnTo>
                    <a:pt x="3822" y="20239"/>
                  </a:lnTo>
                  <a:close/>
                </a:path>
              </a:pathLst>
            </a:custGeom>
            <a:solidFill>
              <a:srgbClr val="CED4DA"/>
            </a:solidFill>
            <a:ln w="0">
              <a:solidFill>
                <a:srgbClr val="000000"/>
              </a:solidFill>
            </a:ln>
            <a:effectLst>
              <a:outerShdw dir="2700000" dist="102841" rotWithShape="0">
                <a:srgbClr val="808080">
                  <a:alpha val="20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1" name=""/>
          <p:cNvSpPr/>
          <p:nvPr/>
        </p:nvSpPr>
        <p:spPr>
          <a:xfrm>
            <a:off x="8538120" y="3877200"/>
            <a:ext cx="975600" cy="1371240"/>
          </a:xfrm>
          <a:custGeom>
            <a:avLst/>
            <a:gdLst>
              <a:gd name="textAreaLeft" fmla="*/ 0 w 975600"/>
              <a:gd name="textAreaRight" fmla="*/ 975960 w 975600"/>
              <a:gd name="textAreaTop" fmla="*/ 0 h 1371240"/>
              <a:gd name="textAreaBottom" fmla="*/ 1371600 h 1371240"/>
            </a:gdLst>
            <a:ahLst/>
            <a:cxnLst/>
            <a:rect l="textAreaLeft" t="textAreaTop" r="textAreaRight" b="textAreaBottom"/>
            <a:pathLst>
              <a:path fill="none" w="2711" h="3810">
                <a:moveTo>
                  <a:pt x="0" y="3810"/>
                </a:moveTo>
                <a:cubicBezTo>
                  <a:pt x="762" y="3048"/>
                  <a:pt x="1271" y="3556"/>
                  <a:pt x="1270" y="2795"/>
                </a:cubicBezTo>
                <a:cubicBezTo>
                  <a:pt x="1270" y="2032"/>
                  <a:pt x="3301" y="2286"/>
                  <a:pt x="2540" y="3048"/>
                </a:cubicBezTo>
                <a:cubicBezTo>
                  <a:pt x="1778" y="3810"/>
                  <a:pt x="1524" y="508"/>
                  <a:pt x="2540" y="0"/>
                </a:cubicBezTo>
              </a:path>
            </a:pathLst>
          </a:custGeom>
          <a:noFill/>
          <a:ln w="36720">
            <a:solidFill>
              <a:srgbClr val="666666"/>
            </a:solidFill>
            <a:custDash>
              <a:ds d="600000" sp="300000"/>
            </a:custDash>
            <a:round/>
            <a:headEnd len="sm" type="oval" w="lg"/>
            <a:tailEnd len="sm" type="oval" w="lg"/>
          </a:ln>
        </p:spPr>
        <p:style>
          <a:lnRef idx="0"/>
          <a:fillRef idx="0"/>
          <a:effectRef idx="0"/>
          <a:fontRef idx="minor"/>
        </p:style>
        <p:txBody>
          <a:bodyPr lIns="108360" tIns="63360" rIns="108360" bIns="6336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2" name=""/>
          <p:cNvSpPr/>
          <p:nvPr/>
        </p:nvSpPr>
        <p:spPr>
          <a:xfrm>
            <a:off x="7372080" y="4974480"/>
            <a:ext cx="1684440" cy="164556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3" name=""/>
          <p:cNvSpPr/>
          <p:nvPr/>
        </p:nvSpPr>
        <p:spPr>
          <a:xfrm>
            <a:off x="7868160" y="-329040"/>
            <a:ext cx="2011320" cy="2011320"/>
          </a:xfrm>
          <a:prstGeom prst="ellipse">
            <a:avLst/>
          </a:prstGeom>
          <a:solidFill>
            <a:srgbClr val="8D99AE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ctr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800000" y="468000"/>
            <a:ext cx="7739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924000" y="2160000"/>
            <a:ext cx="4571640" cy="194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7"/>
          </p:nvPr>
        </p:nvSpPr>
        <p:spPr>
          <a:xfrm>
            <a:off x="46800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8"/>
          </p:nvPr>
        </p:nvSpPr>
        <p:spPr>
          <a:xfrm>
            <a:off x="3442680" y="516600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9"/>
          </p:nvPr>
        </p:nvSpPr>
        <p:spPr>
          <a:xfrm>
            <a:off x="7227360" y="516600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D04A4DB-5463-4130-99FE-51F5998A5949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  <p:sldLayoutId id="2147483668" r:id="rId3"/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www.geeksforgeeks.org/python/default-arguments-in-python/" TargetMode="External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360000" y="4233600"/>
            <a:ext cx="7019640" cy="75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Functions in Python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subTitle"/>
          </p:nvPr>
        </p:nvSpPr>
        <p:spPr>
          <a:xfrm>
            <a:off x="360000" y="5091120"/>
            <a:ext cx="7019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Dr. Ashwin Bhagat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fld id="{E7468C02-5C28-4FF8-9399-EC3AD83085F7}" type="datetime1">
              <a:rPr lang="en-IN"/>
              <a:t>30/09/2026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68000" y="46800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1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Functions in Python</a:t>
            </a:r>
            <a:endParaRPr lang="en-IN" sz="4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468000" y="1800000"/>
            <a:ext cx="616284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Python functions are reusable blocks of code used to perform a specific task. They help organize programs into smaller sections and execute the same logic whenever needed by calling the function.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Functions are used for: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Code Reusability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Modularity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Readability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Maintainability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"/>
          <p:cNvPicPr/>
          <p:nvPr/>
        </p:nvPicPr>
        <p:blipFill>
          <a:blip r:embed="rId1"/>
          <a:stretch/>
        </p:blipFill>
        <p:spPr>
          <a:xfrm>
            <a:off x="1584720" y="1198440"/>
            <a:ext cx="6914520" cy="327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27964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Defining a Function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subTitle"/>
          </p:nvPr>
        </p:nvSpPr>
        <p:spPr>
          <a:xfrm>
            <a:off x="540000" y="1259640"/>
            <a:ext cx="8999640" cy="396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0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fun():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print(“This is a Function”)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After creating a function, call it by using the name of the functions followed by parenthesis containing parameters of that particular function. </a:t>
            </a:r>
            <a:endParaRPr lang="en-IN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0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fun()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8D7721B2-7390-4621-9CF0-2166CF39789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27964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Function Arguments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subTitle"/>
          </p:nvPr>
        </p:nvSpPr>
        <p:spPr>
          <a:xfrm>
            <a:off x="540000" y="924120"/>
            <a:ext cx="8999640" cy="463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Arguments are values passed to a function when it is called. They allow functions to receive input data and perform operations using those values.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Syntax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fun_name(arguments):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#function_body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48000" lvl="2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return value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function_name(arguments): defines a function with optional arguments.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# function body contains the statements to be executed.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return value returns a result from the function. If no return statement is used, it returns None by default.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E155D89-F568-4DD0-838A-AB027BD3339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27964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Function Arguments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subTitle"/>
          </p:nvPr>
        </p:nvSpPr>
        <p:spPr>
          <a:xfrm>
            <a:off x="540000" y="1259640"/>
            <a:ext cx="8999640" cy="396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evenNo(x):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if (x % 2 == 0):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    return "Even"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else: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    return "Odd"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print(evenNo(16))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print(evenNo(7))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938F19CF-13E7-43CE-8B82-80F2E3D9756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27964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Types of Arguments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ubTitle"/>
          </p:nvPr>
        </p:nvSpPr>
        <p:spPr>
          <a:xfrm>
            <a:off x="540000" y="1259640"/>
            <a:ext cx="8999640" cy="396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Python supports different types of arguments that can be passed during a function call.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1. Default argument: </a:t>
            </a:r>
            <a:r>
              <a:rPr lang="en-IN" sz="1800" b="0" u="none" strike="noStrike">
                <a:solidFill>
                  <a:srgbClr val="0000EE"/>
                </a:solidFill>
                <a:effectLst/>
                <a:highlight>
                  <a:srgbClr val="FFFFFF"/>
                </a:highlight>
                <a:uFillTx/>
                <a:latin typeface="Noto Sans"/>
                <a:hlinkClick r:id="rId1"/>
              </a:rPr>
              <a:t>Default argument</a:t>
            </a: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use a predefined value when no value is passed during the function call.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myFun(x, y=50):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print("x: ", x)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print("y: ", y)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myFun(10)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D47AE20F-358E-4CA9-AA8E-B47BE5895E91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27964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Types of Arguments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subTitle"/>
          </p:nvPr>
        </p:nvSpPr>
        <p:spPr>
          <a:xfrm>
            <a:off x="540000" y="1259640"/>
            <a:ext cx="8999640" cy="396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2. Keyword Arguments: pass values using parameter names, so argument order does not matter.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student(fname, lname):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print(fname, lname)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student(fname='Geeks', lname='Practice')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student(lname='Practice', fname='Geeks')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3BE5B56-C832-4717-88B9-D16D9B06F61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40000" y="179640"/>
            <a:ext cx="8279640" cy="63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rgbClr val="FF8000"/>
                </a:solidFill>
                <a:effectLst/>
                <a:uFillTx/>
                <a:latin typeface="Noto Sans"/>
              </a:rPr>
              <a:t>Types of Arguments</a:t>
            </a:r>
            <a:endParaRPr lang="en-IN" sz="3200" b="0" u="none" strike="noStrike">
              <a:solidFill>
                <a:srgbClr val="FF8000"/>
              </a:solidFill>
              <a:effectLst/>
              <a:uFillTx/>
              <a:latin typeface="Noto Sans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subTitle"/>
          </p:nvPr>
        </p:nvSpPr>
        <p:spPr>
          <a:xfrm>
            <a:off x="540000" y="848520"/>
            <a:ext cx="8999640" cy="47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3. Positional Arguments: values are assigned to parameters based on their order in the function call.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def nameAge(name, age):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print("Hi, I am", name)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   print("My age is ", age)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print("Case-1:")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nameAge("Olivia", 27)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 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print("Case-2:")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IN" sz="1800" b="0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Noto Sans"/>
              </a:rPr>
              <a:t>nameAge(27, "Olivia")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30C6701-0E8C-4A45-AD7D-C150BBCBA5F7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2026-09-29T10:16:19Z</dcterms:created>
  <dc:creator/>
  <dc:description>
               Grey Elegant - LibreOffice Impress Template
                    by Ahmad Bayhaqi Saputra
This template is made as an answer to Indonesian LibreOffice Community and
Gimpscape ID's call-to-arms to contribute to the 10th anniversary of
LibreOffice celebration.
Content Material :
- icons,
  This template used icons from https://material.io and https://icons8.com/icons
- illustrations,
  This template used illustrations sourced at https://icons8.com/illustrations
- Photos,
  This template used photos sourced at https://unsplash.com
Credits:
This work is licensed under the Creative Commons Attribution-ShareAlike 4.0
International License by Ahmad Bayhaqi Saputra &lt;bayhaqisptr04@gmail.com&gt;.
To view a copy of this license, visit https://creativecommons.org/licenses/by-sa/4.0/legalcode
or send a letter to Creative Commons, PO Box 1866, Mountain View, CA 94042, USA.
Illustrations by Pixeltrue https://icons8.com/illustrations/author/5ec7b0e101d0360016f3d1b3 on icon8 (master slide "Table of content")
Photo by Dave Hoefler https://unsplash.com/fr/@iamthedave on Unsplash https://unsplash.com/fr/licence (slide 9)
    </dc:description>
  <dc:language>en-IN</dc:language>
  <cp:lastModifiedBy/>
  <dcterms:modified xsi:type="dcterms:W3CDTF">2026-09-29T10:36:45Z</dcterms:modified>
  <cp:revision>21</cp:revision>
  <dc:subject/>
  <dc:title>Grey Elegant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